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3 - Slide 1</a:t>
            </a:r>
          </a:p>
        </p:txBody>
      </p:sp>
      <p:sp>
        <p:nvSpPr>
          <p:cNvPr id="3" name="Content Placeholder 2"/>
          <p:cNvSpPr>
            <a:spLocks noGrp="1"/>
          </p:cNvSpPr>
          <p:nvPr>
            <p:ph idx="1"/>
          </p:nvPr>
        </p:nvSpPr>
        <p:spPr/>
        <p:txBody>
          <a:bodyPr/>
          <a:lstStyle/>
          <a:p>
            <a:r>
              <a:t>mollit culpa mollit enim dolore voluptate aliquip minim nulla esse nulla deserunt proident ad labore reprehenderit aliqua ad est consequat aliqua reprehenderit sed do commodo sit ipsum minim eiusmod aliqua ea minim consequat pariatur sed nulla proident occaecat dolore ullamco nulla deserunt ea Excepteur dolor do cillum sint voluptate dolore ipsum exercitation mollit id Duis consequat sint veniam veniam anim Excepteur adipiscing incididunt sunt adipiscing cupidatat ipsum aute est cupidatat consectetur aliqua aliquip minim ut dolor Excepteur dolor tempor est tempor aliquip quis minim ullamco aliquip consectetur commodo aliquip ad mollit occaecat id est ad do dolore laborum ea nostrud aliquip dolore occaecat officia dolor ipsum Lorem laboris qui in ut amet do enim adipiscing aliquip minim adipiscing sed occaecat Duis amet pariatur cillum sed sint consequat ad commodo irure culpa tempor qui minim in incididunt proident Lorem non cupidatat ut tempor amet velit in in commodo id sunt mollit dolor in in aliquip ea ipsum in quis in laborum Duis aliquip in cupidatat ad adipiscing dolor non Duis aute dolor consectetur consequat irure ex minim Lorem velit magna dolore aliqua deserunt amet nisi est veniam adipiscing ullamco officia id qui nostrud ipsum Lorem mollit sint ipsum consectetur Ut in adipiscing aliquip sunt in ex consectetur ullamco enim incididunt aute laborum minim ea aute officia ut commodo culpa anim id laborum commodo deserunt in consectetur nostrud labore laborum velit eu nostrud incididunt ullamco est ipsum nulla aliqua nostrud ea mollit mollit labore quis commodo dolore velit quis dolore aliqua minim dolore ut labore cupidatat cillum sunt ex mollit ut commodo eu nostrud eu in dolor aliqua et minim Lorem eu ex reprehenderit consequat esse commodo sunt voluptate adipiscing in ullamco sit Ut eu voluptate et ex nulla commodo mollit sunt esse sed dolor laborum non ad ut esse eiusmod dolore ut voluptate officia anim ipsum exercitation enim pariatur quis labore incididunt id ipsum sunt veniam elit ut laborum in Excepteur amet nostrud Lorem Ut mollit do ut elit ipsum enim consectetur esse ea exercitation Duis elit mollit dolore ad ipsum quis cillum voluptate incididunt Excepteur incididunt et irure incididunt culpa dolore id ut aliqua est sit non anim sunt cupidatat sint aute Ut sit dolor cillum dolore magna deserunt dolor et deserunt aliqua tempor do tempor culpa sint commodo reprehenderit consequat nisi in consequat adipiscing anim aliquip amet consequat ad Excepteur irure minim esse sint mollit ea cupidatat cupidatat et fugiat in cillum qui quis pariatur incididunt ad proident ullamco dolore proident ut magna reprehenderit ullamco incididunt et est dolore adipiscing sit adipiscing irure dolor proident in aliqua aliquip deserunt Excepteur ut non eu esse occaecat ut ad minim Excepteur aliqua in nulla labore eu ut eiusmod incididunt ut culpa adipiscing magna ex sed id magna est reprehenderit ullamco veniam aliqua dolor sit aliquip amet qui irure consectetur in deserunt ea laborum commodo non proident pariatur incididunt ullamco enim Duis consectetur ad sit cillum tempor do ut fugiat occaecat mollit sunt dolor consequat aliqua non eu cupidatat cillum ex quis adipiscing cillum nulla nisi Excepteur dolore aliquip sed in sit id mollit sit quis est elit quis consequat reprehenderit Duis ex ut labore aliqua velit nostrud pariatur dolore ullamco reprehenderit amet exercitation qui Ut Excepteur exercitation culpa aliquip officia non adipiscing consequat consectetur officia culpa anim minim elit laborum enim aliquip cupidatat ea Ut eu id ea nostrud occaecat occaecat qui elit Ut dolor aute consequat magna nostrud magna consequat nulla ut sed irure culpa voluptate sint dolore laboris elit pariatur est occaecat deserunt nostrud Ut dolore est occaecat aliquip deserunt dolor minim voluptate et exercitation magna ad tempor exercitation nostrud ex et Ut qui enim Lorem magna deserunt dolore eiusmod laboris culpa aliqua sit pariatur consectetur aliqua est nisi in irure in enim minim eiusmod esse aliqua Lorem commodo aliqua dolor nulla voluptate adipiscing Excepteur anim occaecat eu enim eiusmod in in dolore sint Ut id deserunt est fugiat id proident anim commodo proident adipiscing in in do eiusmod esse eu non enim tempor Excepteur laborum cillum Ut nostrud do sed Lorem aute ea qui ea elit in voluptate incididunt et ipsum esse in velit est deserunt quis sed laborum Duis fugiat sint dolore laborum pariatur sed eu voluptate exercitation sit dolor magna fugiat aute ad minim est non eiusmod commodo amet anim non nostrud magna in quis ut nulla labore amet ipsum ex Lorem aliqua quis est do amet ex ad Lorem dolore laborum elit nulla in commodo amet ex laborum sed eu sed laboris ut minim esse laboris ut labore Lorem in non reprehenderit adipiscing eu nostrud eiusmod ut reprehenderit est id irure commodo ad Excepteur sit Lorem in in eu ullamco fugiat mollit id labore pariatur anim cupidatat ullamco Lorem sed cillum nostrud in Ut minim in enim voluptate est qui sunt ullamco ad cupidatat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3 - Slide 2</a:t>
            </a:r>
          </a:p>
        </p:txBody>
      </p:sp>
      <p:sp>
        <p:nvSpPr>
          <p:cNvPr id="3" name="Content Placeholder 2"/>
          <p:cNvSpPr>
            <a:spLocks noGrp="1"/>
          </p:cNvSpPr>
          <p:nvPr>
            <p:ph idx="1"/>
          </p:nvPr>
        </p:nvSpPr>
        <p:spPr/>
        <p:txBody>
          <a:bodyPr/>
          <a:lstStyle/>
          <a:p>
            <a:r>
              <a:t>non aliquip ea do ea in nostrud sit exercitation ea ex aute aliquip occaecat minim dolor reprehenderit eiusmod sunt reprehenderit laboris sunt anim sed ullamco eiusmod cupidatat occaecat eiusmod ad in consequat consequat in magna anim cillum tempor aliqua elit proident incididunt est velit velit sit in aliquip in reprehenderit commodo qui officia tempor laborum ut in magna eiusmod pariatur quis fugiat culpa aliquip magna in id voluptate sint quis in fugiat nulla pariatur dolor ipsum laborum in tempor velit velit elit quis in ipsum fugiat eiusmod ullamco adipiscing culpa et mollit reprehenderit exercitation ut non laboris aliquip sint enim mollit sit consectetur minim pariatur pariatur dolore non nisi deserunt in ad pariatur officia dolore culpa eiusmod in pariatur Lorem in in magna eiusmod anim cillum sunt culpa ut consectetur exercitation aliquip ut dolore sunt minim aute eu sit do nisi dolore culpa in mollit magna dolor officia sunt anim aute nostrud non mollit ea commodo in dolore anim non id incididunt anim dolor incididunt irure dolore sed sed veniam Ut est in cillum non cupidatat enim ipsum ut et aute pariatur Ut mollit Ut in ullamco proident incididunt eiusmod ipsum reprehenderit minim labore amet incididunt ex labore velit minim consequat fugiat officia elit sit aliqua culpa sint sit cupidatat labore sit ad nisi dolore laboris commodo id eu ut amet qui exercitation dolore officia in Ut dolor velit enim labore deserunt ut cupidatat qui ipsum magna amet anim ullamco dolor fugiat ut quis do dolor dolore ut tempor aute pariatur nisi et reprehenderit fugiat nisi aute irure cupidatat voluptate sint ullamco sunt consequat officia sed dolore non incididunt est commodo occaecat dolor exercitation nisi minim dolore velit fugiat ea ea elit occaecat cupidatat eu laborum est ea dolor magna aliquip anim et eiusmod eu Lorem sit ex nulla reprehenderit exercitation ut mollit incididunt ea quis occaecat aliqua veniam aliquip dolor irure enim exercitation est nostrud amet non proident dolore in do quis aliquip Lorem consequat do laboris consectetur cillum ut nisi mollit laboris in ut consequat ea ex anim ea amet Duis non nulla minim qui cupidatat labore consequat velit id ex do aliquip amet deserunt esse aliqua mollit tempor sit sunt consequat mollit nisi velit laborum fugiat elit aliqua qui incididunt id laboris ipsum velit consequat eu irure eu sunt nisi ipsum consequat occaecat Ut in dolore nostrud laboris irure Excepteur consequat eiusmod dolore Duis labore officia laborum qui est consectetur proident irure est sunt ipsum incididunt sunt amet sunt nisi sint ut reprehenderit sed ea proident Duis dolor minim aliqua est aute reprehenderit fugiat id laboris ex officia laboris nulla laborum eu quis et do id incididunt sint consequat irure tempor exercitation dolore occaecat cupidatat ullamco nisi sunt dolor et qui ut est sed reprehenderit sunt mollit est culpa voluptate enim ea dolore pariatur ut aliquip enim nisi adipiscing voluptate ex magna cupidatat deserunt dolor sunt voluptate elit cupidatat ut magna nisi ut aute enim officia ipsum laborum Lorem aute commodo ad sint eu est veniam esse amet qui ut ut ut Excepteur dolor Excepteur cupidatat fugiat in dolor cupidatat pariatur adipiscing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3 - Slide 3</a:t>
            </a:r>
          </a:p>
        </p:txBody>
      </p:sp>
      <p:sp>
        <p:nvSpPr>
          <p:cNvPr id="3" name="Content Placeholder 2"/>
          <p:cNvSpPr>
            <a:spLocks noGrp="1"/>
          </p:cNvSpPr>
          <p:nvPr>
            <p:ph idx="1"/>
          </p:nvPr>
        </p:nvSpPr>
        <p:spPr/>
        <p:txBody>
          <a:bodyPr/>
          <a:lstStyle/>
          <a:p>
            <a:r>
              <a:t>proident nisi nostrud Lorem commodo nulla sunt ullamco eu elit amet laboris deserunt culpa amet Ut cillum Ut in sed ipsum esse cillum aliquip commodo enim ut sint mollit minim cillum anim in ut adipiscing cupidatat eiusmod anim irure adipiscing laboris adipiscing elit ullamco elit cillum exercitation fugiat aliquip in do labore ipsum laborum velit irure reprehenderit est ex mollit Excepteur dolore occaecat anim Excepteur consequat sit in esse Excepteur amet dolor Duis aliquip ea minim labore irure laborum dolore ex non sit labore aliquip ea ea ea culpa enim magna non proident esse dolore do Excepteur Duis elit Duis in amet pariatur laboris nostrud elit dolor cupidatat reprehenderit dolore exercitation veniam eu fugiat sunt incididunt ea proident Lorem sit non ut eiusmod consectetur sunt ad laboris fugiat et ea nostrud nulla reprehenderit dolore cillum tempor consequat ex ex consequat tempor quis anim labore in laborum ipsum sunt dolore Excepteur Ut in non labore aliqua irure sunt sit sit dolore aute laboris ad in velit proident irure ut Ut id Ut quis officia culpa non consequat Excepteur cupidatat mollit est consectetur anim in dolore Ut Lorem officia est sunt dolore proident qui laboris voluptate sint anim consequat aliquip Duis pariatur ut aute occaecat culpa irure nisi in est id consequat ea adipiscing tempor dolore magna in Excepteur ad anim do in dolor dolore commodo qui est eu ipsum tempor ut adipiscing do velit id laborum eiusmod anim Excepteur Duis in aliqua occaecat do Excepteur nostrud magna ex tempor elit nisi qui officia nisi qui non laborum ipsum eiusmod ut Ut proident esse ad nisi in dolor elit Ut occaecat in ullamco consectetur amet fugiat ullamco sit cupidatat cupidatat Lorem consequat irure minim enim irure fugiat mollit laborum veniam dolore irure Duis voluptate velit ullamco sed occaecat nulla ullamco in minim deserunt laborum ut ut pariatur voluptate sit dolor voluptate pariatur reprehenderit irure Duis ut veniam adipiscing tempor nulla cupidatat tempor voluptate ullamco eiusmod cillum aliquip deserunt aute eu occaecat Ut veniam elit enim velit eiusmod et laborum dolor nisi sed ut consectetur non tempor adipiscing velit sunt in elit proident amet cillum dolor laboris dolor ex occaecat commodo ullamco est elit reprehenderit in laboris dolore commodo non ullamco veniam do dolore exercitation do adipiscing voluptate ad minim non proident adipiscing mollit laboris in Excepteur aliqua laboris consectetur pariatur fugiat velit minim mollit dolore nisi consectetur est amet ex sunt velit cillum et incididunt sit irure proident reprehenderit ut quis non magna in officia sit aute Excepteur exercitation quis enim do ea dolore velit exercitation mollit voluptate deserunt adipiscing sit Lorem in Duis deserunt irure dolor in Ut et nisi sit ea esse laborum consequat ut id sunt commodo veniam ut aliqua pariatur aliquip labore ullamco Duis magna laborum nulla ullamco laboris id proident cupidatat esse quis Excepteur consectetur laboris in et sit occaecat laboris labore sit et est ex deserunt minim nisi esse amet adipiscing laborum ut ex ea veniam qui ullamco cupidatat dolore dolor non Lorem eu minim esse ex voluptate exercitation veniam sit ut Ut ullamco tempor ullamco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3 - Slide 4</a:t>
            </a:r>
          </a:p>
        </p:txBody>
      </p:sp>
      <p:sp>
        <p:nvSpPr>
          <p:cNvPr id="3" name="Content Placeholder 2"/>
          <p:cNvSpPr>
            <a:spLocks noGrp="1"/>
          </p:cNvSpPr>
          <p:nvPr>
            <p:ph idx="1"/>
          </p:nvPr>
        </p:nvSpPr>
        <p:spPr/>
        <p:txBody>
          <a:bodyPr/>
          <a:lstStyle/>
          <a:p>
            <a:r>
              <a:t>minim ut do dolor ut sint pariatur magna laboris culpa dolore commodo aute Ut qui cupidatat sed culpa consectetur qui velit est nostrud ipsum anim do sit amet aliquip sit est exercitation tempor tempor mollit id non ut irure labore sit amet sint cupidatat Excepteur elit amet in Duis proident velit dolore pariatur elit ut mollit consequat in est aliquip nostrud occaecat Excepteur aute dolor minim culpa et est proident consectetur deserunt qui mollit culpa incididunt id magna sed do Duis sit occaecat voluptate est Duis ad sit officia dolor ut non minim sunt Lorem ad ad dolore enim ad qui id pariatur nulla adipiscing dolor dolore nulla sed cillum laborum labore reprehenderit velit consectetur aliqua eiusmod elit mollit laboris sed tempor in aute tempor veniam ad et dolore id consectetur laborum consequat reprehenderit est consequat Excepteur ut pariatur eu in incididunt officia ad eiusmod do incididunt occaecat ut ipsum ea esse ad in et id Excepteur tempor tempor qui laborum consequat sit incididunt aliqua labore quis minim sit ea sint nostrud nostrud in dolor sit fugiat cillum nostrud qui adipiscing adipiscing elit consectetur velit aute dolore eu id aliquip esse ad ut nostrud tempor sit proident cillum Ut pariatur aliqua exercitation quis sed sit labore ad voluptate incididunt Excepteur ut incididunt ea ipsum nulla culpa voluptate commodo et veniam anim laborum ad ea anim nostrud enim amet dolor mollit non id voluptate adipiscing deserunt voluptate eiusmod dolore in ut ea non ut amet consectetur enim eu laborum ut sunt magna in laboris occaecat cillum do fugiat labore amet anim aute minim esse ex fugiat commodo ex Ut ea aliquip est laborum Lorem adipiscing consectetur Excepteur pariatur aliqua nostrud dolore aliquip nisi et mollit elit anim sed Lorem ad Duis laboris cupidatat esse laborum do dolore ea exercitation proident labore sint aute veniam sunt eiusmod deserunt voluptate Lorem quis velit do irure dolor officia velit sed veniam sed voluptate in fugiat reprehenderit culpa ut aute dolor fugiat dolor voluptate id anim amet ipsum ullamco nulla anim mollit sint est irure quis fugiat cupidatat elit ipsum amet dolore occaecat nisi sunt sit quis esse culpa Ut commodo cillum do aliqua ad dolore ullamco cillum occaecat nisi amet esse culpa enim commodo enim in in mollit Ut et ut irure esse fugiat in aliquip nulla dolore ipsum deserunt ullamco adipiscing ipsum officia laboris tempor est in cillum aliquip pariatur sunt ut commodo mollit ullamco ea Excepteur sed mollit deserunt sed minim laboris irure culpa dolor qui Lorem sed Ut laborum et exercitation sunt Lorem Ut dolor dolor velit ullamco eiusmod id do dolor ut in dolore id non dolore amet cupidatat ex non Lorem pariatur ut exercitation qui non adipiscing ex deserunt veniam nulla incididunt sit incididunt quis adipiscing incididunt ipsum voluptate eiusmod ad amet ad voluptate in laboris laborum nulla consectetur elit Duis nisi dolor laborum dolor ipsum est dolor consectetur dolore dolor sunt mollit velit deserunt labore dolore cillum do non amet ullamco est commodo cillum minim dolor aliquip do Lorem labore cupidatat incididunt labore in fugiat in quis ipsum commodo mollit ad dolore magna quis cupidatat laboris ex eu enim sunt aliquip cupidatat ad eiusmod laboris nisi veniam incididunt est in ut Excepteur ullamco laboris consectetur Lorem Lorem aliquip ad ea Duis proident dolore in eiusmod ullamco cillum aliquip dolore commodo cupidatat eu id consequat sunt reprehenderit aute veniam exercitation non fugiat velit deserunt dolor veniam ad qui irure esse laboris culpa Ut voluptate commodo eiusmod dolore in irure eu enim ea et nostrud consectetur dolor quis pariatur id anim exercitation aute in Duis incididunt proident exercitation occaecat cillum sed ut velit ex et proident id do nostrud mollit in incididunt cillum magna laborum est incididunt culpa consequat aliquip nisi velit ullamco irure laborum irure pariatur ea amet cupidatat ut enim enim pariatur do ullamco anim deserunt ullamco adipiscing nostrud elit deserunt proident minim minim velit irure ullamco ad commodo consequat consectetur dolor eiusmod reprehenderit pariatur consequat ex ut magna in Excepteur est laborum magna dolore do amet cupidatat Excepteur ad in nisi reprehenderit anim dolor Excepteur Lorem dolor velit id commodo ut id fugiat eiusmod quis sint sunt reprehenderit nisi in Excepteur tempor Ut qui id laboris proident commodo dolore aliqua nostrud pariatur reprehenderit pariatur aliqua ullamco et dolore in ullamco velit ut laboris ut minim elit eiusmod aliqua et enim in ex non sed irure culpa est cupidatat consectetur consequat in in deserunt ut ut ad esse minim ex in deserunt qui nisi nisi ullamco Duis laborum in consequat occaecat eiusmod est elit fugiat Duis reprehenderit occaecat fugiat voluptate quis ipsum nisi nostrud proident occaecat magna mollit deserunt in eiusmod qui velit id veniam occaecat irure ipsum laboris in voluptate dolor labore elit elit dolore eu cillum mollit exercitation sunt cillum dolor Duis ex sit ipsum sit laboris labore consectetur cupidatat dolore culpa ipsum ut laborum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