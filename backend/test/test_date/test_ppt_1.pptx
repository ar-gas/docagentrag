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1 - Slide 1</a:t>
            </a:r>
          </a:p>
        </p:txBody>
      </p:sp>
      <p:sp>
        <p:nvSpPr>
          <p:cNvPr id="3" name="Content Placeholder 2"/>
          <p:cNvSpPr>
            <a:spLocks noGrp="1"/>
          </p:cNvSpPr>
          <p:nvPr>
            <p:ph idx="1"/>
          </p:nvPr>
        </p:nvSpPr>
        <p:spPr/>
        <p:txBody>
          <a:bodyPr/>
          <a:lstStyle/>
          <a:p>
            <a:r>
              <a:t>id magna nisi pariatur nisi ullamco dolor cupidatat non tempor reprehenderit aute veniam in dolore magna exercitation magna ad elit culpa nostrud ad do exercitation aute dolore nisi magna proident consequat consequat in ex ut officia sunt Ut consectetur qui cupidatat labore quis consequat do ad dolor laborum fugiat cupidatat non non ad do voluptate ut consequat eiusmod quis veniam quis exercitation ex anim commodo nostrud in id ex occaecat anim magna ipsum cillum nostrud qui voluptate eiusmod Ut culpa ea tempor aute ipsum aliqua enim ipsum ut Ut amet ea cillum nostrud consectetur Lorem incididunt dolore in labore dolore nulla id do ullamco labore deserunt aliquip eiusmod pariatur pariatur labore amet ad in labore velit laborum eu minim irure labore enim ullamco deserunt ipsum dolor sint aliqua esse elit amet elit pariatur id culpa culpa do esse mollit eu est sit ipsum eiusmod irure deserunt proident Duis dolore Lorem ea commodo ea Duis aliqua ut anim non exercitation in Excepteur occaecat irure tempor dolor pariatur ex nostrud quis eiusmod dolor aliquip non non sunt cupidatat in occaecat adipiscing in qui sit Ut ullamco pariatur Duis ullamco eu minim consequat dolor aliqua officia veniam irure reprehenderit velit ad cupidatat sit non magna pariatur laborum esse labore qui Duis proident in ut eu ullamco irure minim pariatur dolore do Lorem sed in commodo voluptate mollit nostrud veniam in incididunt sint dolor amet Ut tempor ex laborum dolore occaecat aliqua cupidatat eiusmod esse sunt cupidatat Duis adipiscing nisi occaecat ullamco aute ipsum dolor laborum sunt reprehenderit ut Duis eu sit minim reprehenderit quis nostrud officia aliqua ut laboris velit officia dolor cillum quis in culpa cillum deserunt non in Ut dolor non ullamco officia Ut ex aliquip laborum proident amet ullamco velit cillum cillum laborum anim enim magna Duis deserunt do pariatur pariatur eiusmod sit in commodo et exercitation non reprehenderit quis in ut elit mollit consequat nisi proident minim in ad minim consequat nostrud in anim irure do ad ea ut ipsum ad Duis magna exercitation esse fugiat amet ut sint deserunt ex cillum enim culpa proident nulla aliquip cupidatat sint eiusmod cillum irure velit exercitation sit tempor exercitation tempor velit dolore ad elit irure quis irure ullamco ut incididunt cupidatat commodo ex fugiat anim consectetur dolor officia sit in Duis magna dolor qui culpa exercitation pariatur in veniam in quis officia amet elit dolor commodo eiusmod mollit ut ut Excepteur reprehenderit Duis sed consectetur minim deserunt sit aute proident magna eu mollit amet ex amet nostrud non adipiscing Duis qui sunt est nostrud amet dolore mollit incididunt do cupidatat Excepteur in occaecat mollit elit ipsum aliquip consectetur mollit elit tempor sint sunt ipsum ad voluptate cupidatat nostrud officia irure dolore nostrud ut non sint laboris culpa sed pariatur mollit anim deserunt voluptate Lorem dolor aute proident tempor amet eiusmod et labore eiusmod et in adipiscing non proident nostrud velit consequat dolor veniam esse deserunt esse proident aliquip ut adipiscing mollit tempor dolore commodo aliquip do ea eu dolore velit ea esse fugiat dolore tempor ex laborum officia id cupidatat cupidatat tempor Ut cillum dolore eu proident est dolore aute nulla eiusmod incididunt sit ut fugiat culpa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1 - Slide 2</a:t>
            </a:r>
          </a:p>
        </p:txBody>
      </p:sp>
      <p:sp>
        <p:nvSpPr>
          <p:cNvPr id="3" name="Content Placeholder 2"/>
          <p:cNvSpPr>
            <a:spLocks noGrp="1"/>
          </p:cNvSpPr>
          <p:nvPr>
            <p:ph idx="1"/>
          </p:nvPr>
        </p:nvSpPr>
        <p:spPr/>
        <p:txBody>
          <a:bodyPr/>
          <a:lstStyle/>
          <a:p>
            <a:r>
              <a:t>in dolor aliquip velit Excepteur occaecat nostrud sit enim nostrud aute in consequat ad amet est cupidatat ullamco Excepteur ex ut nisi aute sed eiusmod do eiusmod eiusmod occaecat Duis eiusmod qui in sit et irure voluptate minim laboris do Ut ut ut eu adipiscing dolor culpa sunt cillum ea labore ea nostrud ut ut incididunt irure proident proident in commodo amet do velit eu nulla in in dolor cupidatat incididunt et in irure consequat dolor pariatur esse dolor irure voluptate sunt occaecat eiusmod nisi dolore dolore incididunt sit Duis laboris tempor anim veniam est Ut veniam tempor sint incididunt voluptate ex aute veniam laboris ut non laborum nisi pariatur occaecat et eu ad et nostrud in et laboris laboris id pariatur sint laborum labore anim sunt sint in ut deserunt dolore reprehenderit veniam sit in in minim aliqua Lorem esse do dolor mollit Ut amet nostrud consequat incididunt cillum anim in ullamco anim minim cillum eiusmod cupidatat proident amet commodo ut Duis Ut labore in cillum aliquip dolor do do laboris dolore Lorem minim ipsum Lorem nostrud adipiscing in et quis ut laboris dolore aute exercitation dolor dolore qui est Duis ut aliqua est veniam nulla anim ullamco reprehenderit ut labore sint Duis eu nulla sit qui cillum aliquip sit ut amet eiusmod quis officia reprehenderit cupidatat fugiat magna in eiusmod minim voluptate magna irure reprehenderit laborum culpa anim nostrud do reprehenderit elit Ut ut eu consequat minim minim irure ipsum ullamco in ullamco in exercitation consequat aliqua non tempor laborum elit occaecat sunt esse Lorem sit sit aute culpa laborum proident officia velit laboris dolore exercitation dolor ea labore deserunt adipiscing consequat laboris consequat id esse fugiat officia non ut sit mollit reprehenderit est ad laboris dolor ut ullamco velit anim cillum labore adipiscing dolor magna ex sed laborum ut anim tempor officia nostrud irure Duis in exercitation Ut exercitation ut quis pariatur in veniam sit in ex minim et Lorem labore nisi pariatur exercitation dolore irure sit aliqua proident velit reprehenderit non aliqua non eu Lorem eiusmod esse dolore anim eiusmod ex Ut nostrud esse dolor dolor Ut in anim ullamco id consequat sunt ut dolor et ea eu sunt est sint ad proident ut Excepteur ut cupidatat anim labore tempor fugiat exercitation dolore magna laboris elit ut laborum dolor commodo ea nulla Excepteur do laborum veniam et minim aliquip dolore sit pariatur proident aliquip velit ut nulla est commodo in sint eiusmod enim aliqua qui consequat ea veniam Ut esse exercitation id exercitation ut amet adipiscing id magna in Duis quis labore laborum qui veniam mollit eu minim ipsum labore incididunt Duis tempor ad veniam ea aliquip minim aute velit non esse esse ad occaecat ut tempor cillum laborum consectetur laborum elit nisi exercitation dolore proident do proident amet consectetur commodo veniam sunt quis in anim in id id pariatur in est elit magna nisi enim pariatur laborum deserunt reprehenderit dolor id aliquip dolor ut dolor ea nostrud nostrud culpa reprehenderit exercitation incididunt sunt ex veniam anim nulla elit ut ut id in cillum dolore incididunt anim incididunt dolore dolor ea Excepteur sunt voluptate eiusmod laborum proident laborum tempor eiusmod nisi eu labore dolor aliqua proident cillum aliqua Ut Ut Ut pariatur reprehenderit proident anim ad esse nulla irure culpa enim dolore esse deserunt reprehenderit ut velit cillum nisi cillum reprehenderit cillum in laborum Ut voluptate ut aliquip deserunt culpa do quis Excepteur dolor Lorem culpa fugiat ad non cillum ex Duis sed tempor Lorem in quis veniam ipsum in adipiscing aliquip elit quis consequat laboris in Excepteur minim amet sed ex esse deserunt deserunt sunt sunt magna ex dolore quis esse ipsum minim tempor officia eiusmod dolor incididunt in et in elit in in cupidatat enim do nulla in magna consectetur anim dolore in labore pariatur ipsum mollit dolor esse elit irure non minim nisi consequat velit fugiat do anim culpa consequat consequat culpa quis eiusmod aliquip Excepteur anim veniam velit do deserunt reprehenderit sit in elit mollit ea magna sint sint sint fugiat elit ex qui sed eiusmod labore ullamco in ullamco mollit sed qui ipsum enim in officia proident consequat ad ut elit ad magna sint adipiscing consequat Excepteur id Ut consequat laboris nulla commodo ea ullamco proident elit commodo magna veniam consectetur dolor Duis do non elit non eiusmod enim tempor eu ad cillum reprehenderit aliqua et irure id ex occaecat mollit in cillum consequat exercitation cupidatat nisi occaecat in ad reprehenderit aliquip do ipsum in eu ipsum dolor sit sint ad dolor sint nisi exercitation cillum proident sunt culpa ad quis Duis Duis Ut voluptate in eiusmod dolor qui nulla consequat nulla veniam voluptate ut ea dolor in ex velit dolor adipiscing deserunt consectetur officia sint velit fugiat in sint irure occaecat aliqua nisi sit do in sit et Duis magna anim fugiat tempor Excepteur enim incididunt Duis nisi consequat consequat esse laboris Duis magna labore officia ea sit labore quis sed labore cupidatat commodo anim cupidatat anim ullamco eu irure in enim reprehenderit reprehenderit dolore reprehenderit voluptate ut occaecat dolore proident est velit et deserunt ipsum Ut consequat occaecat incididunt quis incididunt dolor enim do do aliqua proident consequat ipsum elit velit et voluptate id voluptate eiusmod Ut ullamco officia consectetur voluptate anim occaecat incididunt ut adipiscing commodo non aute enim dolore dolor culpa Duis ex eu fugiat aliquip Lorem cillum minim minim irure aliqua Duis ut minim exercitation elit magna cupidatat mollit aute occaecat minim commodo esse Lorem commodo nulla pariatur Lorem commodo eiusmod et amet elit in sit voluptate non in amet in dolor sint commodo tempor ad Excepteur exercitation non officia nostrud sed aliquip occaecat ipsum labore enim ut qui Excepteur reprehenderit dolore incididunt exercitation cillum consequat cupidatat cupidatat labore Ut cillum fugiat irure dolore aliqua in deserunt amet reprehenderit sit tempor elit reprehenderit laboris dolor minim sed proident sunt in qui occaecat cillum ipsum dolore nulla deserunt Excepteur eiusmod ut dolor consequat velit officia sint nisi amet Duis cupidatat fugiat occaecat ex et incididunt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1 - Slide 3</a:t>
            </a:r>
          </a:p>
        </p:txBody>
      </p:sp>
      <p:sp>
        <p:nvSpPr>
          <p:cNvPr id="3" name="Content Placeholder 2"/>
          <p:cNvSpPr>
            <a:spLocks noGrp="1"/>
          </p:cNvSpPr>
          <p:nvPr>
            <p:ph idx="1"/>
          </p:nvPr>
        </p:nvSpPr>
        <p:spPr/>
        <p:txBody>
          <a:bodyPr/>
          <a:lstStyle/>
          <a:p>
            <a:r>
              <a:t>veniam officia cillum sit occaecat laboris exercitation est laborum nulla officia qui in consectetur est est proident commodo velit est sit ut non in ut tempor consectetur culpa amet consectetur nostrud et dolore nisi laboris adipiscing consequat velit culpa magna do et in aliqua enim cupidatat ipsum occaecat laborum irure incididunt non culpa nostrud ipsum proident quis occaecat Ut ullamco dolore laboris veniam mollit ea occaecat anim sunt id magna aliquip culpa Ut aute ea dolore amet anim laborum Excepteur cupidatat sunt sunt qui laboris mollit in cupidatat eiusmod dolor aute ut consectetur in deserunt deserunt et enim in Lorem culpa amet sint minim anim aliqua dolor incididunt ut anim cillum mollit exercitation ut nulla sit ut reprehenderit veniam cupidatat laboris consectetur dolore nulla elit aliqua aliquip pariatur velit velit ullamco nulla laboris ipsum cillum ut in dolore dolore do nisi tempor sunt anim culpa commodo velit laborum consectetur consectetur quis anim labore ex pariatur ut do sunt minim ea mollit dolore incididunt eu in cillum Lorem commodo Ut quis nulla tempor in Lorem veniam mollit ea nostrud labore aliquip consectetur officia in laboris Duis exercitation ad eu sint Duis voluptate elit commodo labore sunt cupidatat incididunt proident incididunt officia veniam velit occaecat tempor aliqua eu aliquip sit Excepteur ut ex magna elit officia fugiat minim minim ipsum voluptate dolore magna laboris sint tempor Duis reprehenderit fugiat incididunt nostrud proident exercitation sunt commodo in culpa sed anim commodo officia aliqua est qui labore qui dolor enim ad ea nostrud aliquip proident nisi nisi voluptate enim do veniam et tempor mollit irure pariatur dolore minim enim ut ut fugiat eiusmod do qui nisi anim ut sunt sunt aliqua deserunt eiusmod eiusmod non officia ad deserunt ut et amet officia eu non tempor dolore ex exercitation cillum exercitation adipiscing commodo ut magna ea commodo laboris cillum est labore est adipiscing enim adipiscing sit est laborum enim anim commodo officia labore Excepteur aute proident Duis nisi qui est ad Duis Ut laboris commodo deserunt fugiat nostrud nisi dolore ut non et sunt nisi aliqua in cillum enim laboris dolor id sint voluptate minim culpa fugiat Lorem in culpa Lorem sed Duis enim exercitation mollit reprehenderit Lorem id nisi consectetur enim cillum ex eu est cupidatat culpa dolore Duis exercitation quis sint tempor elit ad qui veniam ullamco dolor magna laboris sit nisi ipsum Ut dolor deserunt consectetur sunt ipsum labore ex do Excepteur sunt et ex sunt velit veniam ea non cupidatat deserunt sit eu enim mollit commodo consectetur irure ipsum consectetur Ut veniam id laboris Duis ut minim incididunt irure Ut Ut eiusmod Ut in magna cillum laborum in amet est amet sed culpa quis laboris id dolore occaecat adipiscing Excepteur anim sit ad dolor nulla eiusmod enim labore non tempor eiusmod cupidatat exercitation Duis esse do do in Excepteur ipsum esse amet dolore consequat irure commodo velit consectetur ex ut ad est deserunt commodo ut esse nulla voluptate do adipiscing sed dolore elit cupidatat consectetur est cillum proident laborum labore veniam eu nostrud commodo dolore in dolor ut dolor ullamco incididunt laborum Duis et deserunt dolore dolor non sed eu ea irure ipsum nostrud voluptate aute velit officia quis eu tempor irure cillum quis magna in tempor do dolor ex mollit laborum culpa enim ut ut quis commodo Ut in enim tempor in elit sint ad fugiat aliqua dolore ullamco eiusmod exercitation occaecat officia aliquip est ut voluptate ea minim officia eiusmod aliquip cillum ullamco velit est ut Ut cupidatat in eu amet adipiscing officia quis nostrud tempor adipiscing voluptate magna ut cupidatat veniam aliquip pariatur pariatur magna dolore consequat aliquip cupidatat veniam et minim eu enim est tempor veniam ex ullamco aliquip Duis amet amet in sit amet exercitation officia dolore irure dolore ex mollit est fugiat est id magna do ipsum laborum minim Excepteur adipiscing ea laboris voluptate eu deserunt in dolore ipsum quis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