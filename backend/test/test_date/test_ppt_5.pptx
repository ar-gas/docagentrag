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5 - Slide 1</a:t>
            </a:r>
          </a:p>
        </p:txBody>
      </p:sp>
      <p:sp>
        <p:nvSpPr>
          <p:cNvPr id="3" name="Content Placeholder 2"/>
          <p:cNvSpPr>
            <a:spLocks noGrp="1"/>
          </p:cNvSpPr>
          <p:nvPr>
            <p:ph idx="1"/>
          </p:nvPr>
        </p:nvSpPr>
        <p:spPr/>
        <p:txBody>
          <a:bodyPr/>
          <a:lstStyle/>
          <a:p>
            <a:r>
              <a:t>Duis adipiscing minim cupidatat mollit reprehenderit anim ex aute dolor dolore sint Excepteur ut veniam Lorem dolore veniam Lorem labore ex consequat mollit incididunt sit ex tempor dolore aliquip ullamco dolor id velit labore aliqua dolore velit Excepteur irure labore dolor minim ut Duis pariatur nisi mollit mollit ea in nulla aute ullamco ex pariatur in in ad ipsum laboris sint ut eiusmod nostrud Ut laboris in aute dolor sed Excepteur irure tempor ad Ut consectetur cupidatat reprehenderit esse voluptate eiusmod qui dolor do laborum irure laboris anim in est ea laboris in est dolor magna eu sed non pariatur aliqua irure laborum laboris incididunt magna commodo sit ipsum aliqua consequat culpa eu adipiscing mollit ex deserunt irure ipsum Duis minim esse minim commodo quis mollit enim adipiscing aliquip sit est fugiat incididunt ipsum incididunt nostrud consequat anim fugiat magna laborum et dolore officia mollit anim voluptate non veniam dolore sit fugiat nulla culpa commodo sunt pariatur in dolor aliqua sit reprehenderit sunt non nisi labore adipiscing aute Lorem adipiscing ad cillum pariatur ipsum in exercitation amet deserunt deserunt veniam est dolore ut anim dolore et tempor ut proident sint laboris elit dolore incididunt adipiscing in Duis commodo deserunt deserunt amet ea sit dolore in ut dolore sunt velit incididunt fugiat dolor cupidatat ut ut cillum proident elit qui nostrud nostrud consequat Excepteur proident eu deserunt officia cupidatat aliquip Lorem magna cillum culpa dolore pariatur nostrud ut in proident fugiat exercitation exercitation id magna irure commodo reprehenderit proident veniam eiusmod tempor ut consequat elit non nostrud amet ut commodo cupidatat reprehenderit laboris commodo amet irure est ad esse ut officia voluptate sunt do Excepteur ipsum irure aliquip proident irure minim Lorem aute laborum sunt id esse laborum dolore nostrud esse id commodo cillum ullamco in quis elit sit eu Excepteur aliquip dolor laborum culpa nulla et dolore minim dolor quis Duis cillum dolor qui tempor minim do incididunt ad ad id id dolore in et dolore Excepteur ad nostrud do commodo mollit commodo dolor veniam ipsum qui irure ea enim culpa ea dolore ex cillum esse in adipiscing et ut ex cupidatat occaecat anim ea eiusmod enim culpa esse consectetur fugiat dolor laborum aliqua elit nostrud ullamco esse commodo ut ipsum esse aliqua nulla culpa id in nostrud eu exercitation culpa ea deserunt Ut ex sit eiusmod Lorem et cupidatat culpa ad eu voluptate do quis ut sunt Duis nulla enim deserunt commodo anim non qui eiusmod nostrud in tempor veniam elit ad esse minim cupidatat nisi esse incididunt Ut ullamco veniam voluptate est aute minim irure adipiscing voluptate consequat adipiscing ut irure aliquip eu occaecat non nisi non anim mollit veniam elit eiusmod incididunt consequat do officia dolore magna eiusmod ullamco dolor magna nulla dolore exercitation nostrud non proident magna amet ad reprehenderit ex sed minim in eu ipsum laborum consectetur ut velit id esse elit quis Excepteur aute ad culpa veniam sit officia commodo proident irure sint officia consectetur veniam elit in et amet quis consequat laborum Duis dolor cupidatat labore dolor dolor incididunt eu Duis Lorem enim consectetur culpa officia enim officia veniam dolore eu nulla ipsum reprehenderit consequat cupidatat fugiat ut minim exercitation enim nostrud nulla eiusmod Ut non consectetur velit ut adipiscing aliqua tempor nulla sint ullamco qui Ut dolore tempor sunt proident amet irure pariatur id cupidatat quis Duis dolore ut ut quis ad aliquip irure amet mollit nisi et laboris nisi laboris eu ad in veniam ut dolor in adipiscing mollit ut Ut dolor cillum commodo nisi magna cillum proident labore aute nostrud laboris commodo dolore consequat culpa adipiscing occaecat exercitation in in aliqua occaecat eu non anim Duis ex pariatur ut nulla sit amet sint minim id ut sunt ex consequat sint irure nulla ullamco enim Lorem elit pariatur in dolor do proident dolore irure elit do irure exercitation Lorem consequat nostrud do elit irure Excepteur non id elit in cupidatat quis tempor pariatur reprehenderit id ut dolore exercitation magna sint minim veniam nulla aute mollit deserunt est in exercitation ad enim voluptate dolore proident ut enim minim est ex anim est incididunt aliqua ex nostrud ea minim et cupidatat consectetur ut ad nulla deserunt irure pariatur esse tempor eu sint dolore nisi consequat voluptate laborum aute sit tempor nostrud officia consectetur dolor in Lorem ullamco ut occaecat sit quis ea incididunt amet occaecat tempor esse sunt in incididunt anim dolor do velit nostrud velit cupidatat consectetur ut anim est laborum ad fugiat commodo adipiscing anim incididunt ut qui eu qui sit incididunt pariatur Ut quis officia occaecat Excepteur culpa eiusmod laborum ullamco aliqua est ut dolore velit ut in deserunt dolor sint ad cupidatat aliqua exercitation labore ad esse proident proident ea cillum eiusmod eu officia dolore do dolore cupidatat Duis aute adipiscing incididunt laboris ut dolore in anim non ullamco dolor reprehenderit amet reprehenderit cillum aute incididunt Lorem deserunt consequat esse fugiat qui tempor id fugiat nostrud consectetur pariatur labore mollit proident do voluptate enim minim amet dolore occaecat aliqua aute ipsum sint irure enim tempor adipiscing in est deserunt qui labore sunt labore do Lorem reprehenderit aliquip quis in enim minim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5 - Slide 2</a:t>
            </a:r>
          </a:p>
        </p:txBody>
      </p:sp>
      <p:sp>
        <p:nvSpPr>
          <p:cNvPr id="3" name="Content Placeholder 2"/>
          <p:cNvSpPr>
            <a:spLocks noGrp="1"/>
          </p:cNvSpPr>
          <p:nvPr>
            <p:ph idx="1"/>
          </p:nvPr>
        </p:nvSpPr>
        <p:spPr/>
        <p:txBody>
          <a:bodyPr/>
          <a:lstStyle/>
          <a:p>
            <a:r>
              <a:t>non Lorem do nisi voluptate nostrud qui Ut laboris voluptate sunt fugiat minim culpa Excepteur dolor dolor pariatur esse sit aliqua ad exercitation anim ad adipiscing eu nisi qui aliqua incididunt minim dolor aliqua ut enim id ea dolore exercitation non consequat ea nulla voluptate minim qui voluptate proident occaecat Excepteur non nulla dolor dolor proident occaecat Excepteur deserunt dolore proident in irure occaecat magna laborum commodo sunt eu ipsum minim culpa magna ullamco sit enim in anim dolor officia mollit labore officia adipiscing adipiscing deserunt exercitation velit Lorem cillum magna in cillum veniam voluptate esse esse nisi quis enim in esse voluptate minim non culpa incididunt Ut veniam ut eu dolor Lorem in cillum Ut id minim amet ea enim esse sit cillum ea consectetur quis Duis sint aute nisi magna veniam officia tempor proident tempor ut proident adipiscing proident ipsum laborum laboris adipiscing in ut culpa id occaecat Ut sed dolor dolore adipiscing sed dolore est velit officia proident ipsum Ut consectetur ut deserunt esse ad cupidatat cupidatat quis incididunt consectetur ullamco reprehenderit ut non in eu est dolore consectetur aliqua commodo Ut laboris minim labore ex irure cillum velit minim in id non irure sed dolor anim Ut fugiat cupidatat laborum ea ad qui sed adipiscing sunt Lorem irure in dolore occaecat qui fugiat nisi consectetur tempor reprehenderit in ut Duis adipiscing cupidatat est ipsum esse pariatur sed occaecat consectetur do enim do consectetur qui voluptate magna dolore pariatur aute Ut ipsum dolore sit esse voluptate adipiscing ut incididunt sit labore Ut cillum enim tempor Ut velit adipiscing id ipsum incididunt commodo exercitation dolore esse elit pariatur fugiat ut velit labore occaecat magna occaecat sit irure non irure labore aute amet in sint consequat nostrud magna voluptate aute et consectetur ad magna in est dolore eiusmod in et ut dolor deserunt do nostrud commodo sunt minim occaecat esse esse irure exercitation id reprehenderit sint laboris Excepteur tempor in reprehenderit ad velit anim labore mollit voluptate aliqua ad elit esse labore culpa nostrud sunt est adipiscing cillum sed cillum sit ipsum voluptate incididunt ut nostrud occaecat occaecat laboris qui esse nostrud enim amet laboris ut veniam occaecat commodo aute dolor in magna dolor culpa laborum cupidatat ipsum pariatur anim Excepteur est eiusmod in deserunt dolor aliqua deserunt ullamco dolore deserunt sint Duis nulla amet in dolor et aliqua Ut dolor adipiscing ipsum laboris in Lorem ullamco ad consequat deserunt ullamco anim eu amet quis dolor dolore Excepteur laborum nisi in esse consectetur culpa Lorem in ut mollit Duis do et sit enim Lorem sunt exercitation aute est ipsum ex cupidatat Lorem Excepteur incididunt nulla minim dolore sunt consectetur nulla ex in tempor ullamco velit reprehenderit sed Ut anim sunt esse Excepteur minim mollit sed sit amet nisi enim occaecat ut nisi cillum mollit incididunt aliquip sed exercitation id cillum qui nulla dolore cupidatat consectetur consequat id sint anim non officia minim anim laboris pariatur et sed nulla nulla veniam in Lorem amet dolor aliqua dolor officia do sed commodo Lorem aliquip minim amet esse dolore magna occaecat Excepteur sunt aliquip dolor dolor quis in aliquip minim ad ullamco minim nisi nisi dolore sed deserunt velit magna reprehenderit sed eiusmod ea dolore cillum nostrud ea aliqua in sint laboris veniam do sed sed ullamco aliquip ut id officia dolore Ut elit nulla enim ut sed eu enim enim Duis pariatur aliquip nisi cupidatat Ut reprehenderit ullamco ex sit labore cillum dolore proident est ex exercitation dolor laboris adipiscing labore voluptate cillum pariatur voluptate Ut dolor ut non nostrud quis proident aute laboris sunt incididunt sed officia mollit fugiat ut dolor tempor aute Excepteur reprehenderit deserunt non occaecat proident occaecat Lorem in est do occaecat culpa laboris qui incididunt nisi aliqua reprehenderit proident pariatur ullamco elit laboris in cupidatat enim nostrud culpa aliquip Duis irure in adipiscing laborum exercitation adipiscing occaecat do nulla incididunt do voluptate pariatur aute ipsum incididunt ut elit labore nulla elit deserunt sit esse occaecat voluptate laborum id quis mollit elit ut dolore labore ipsum cupidatat officia incididunt reprehenderit elit voluptate dolore ad commodo Duis exercitation reprehenderit sed occaecat tempor et sunt deserunt eiusmod et est nisi minim tempor aliqua voluptate aliqua Excepteur enim labore sint deserunt deserunt Lorem anim Lorem esse cillum qui qui ea velit aute elit officia enim deserunt eiusmod consequat qui tempor pariatur officia nulla occaecat laboris adipiscing non fugiat Duis cupidatat consectetur et dolore cupidatat laboris quis exercitation est enim cupidatat non dolor nostrud veniam proident eiusmod non nostrud dolor ad non laborum occaecat esse voluptate in et sed labore est velit minim aliquip in adipiscing laborum ex ipsum laboris ipsum et ea ad enim cupidatat dolore qui sit quis elit magna occaecat consectetur ipsum tempor non do Duis in sint ad nostrud nulla pariatur Excepteur ad cillum eu culpa sit cupidatat est consequat tempor aliquip exercitation commodo qui enim dolore fugiat dolore et esse id veniam eu commodo officia veniam et ea laboris officia non officia enim id ad incididunt eu et ut ad non sunt dolor enim ullamco et ut esse sed eu ullamco Ut cillum do dolor quis ipsum dolor dolore magna cillum cillum dolore ex sed in eiusmod velit esse ad do anim minim magna dolore elit quis eiusmod magna consectetur fugiat Ut dolore nulla dolor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5 - Slide 3</a:t>
            </a:r>
          </a:p>
        </p:txBody>
      </p:sp>
      <p:sp>
        <p:nvSpPr>
          <p:cNvPr id="3" name="Content Placeholder 2"/>
          <p:cNvSpPr>
            <a:spLocks noGrp="1"/>
          </p:cNvSpPr>
          <p:nvPr>
            <p:ph idx="1"/>
          </p:nvPr>
        </p:nvSpPr>
        <p:spPr/>
        <p:txBody>
          <a:bodyPr/>
          <a:lstStyle/>
          <a:p>
            <a:r>
              <a:t>ea nulla ea dolore esse adipiscing ipsum Lorem ex dolore est ex consectetur tempor dolore laborum fugiat consectetur in irure ipsum sit Duis incididunt Duis tempor cupidatat ipsum qui in fugiat ad qui aliquip consequat aliquip officia enim labore sint in voluptate magna occaecat ut minim fugiat veniam dolore occaecat eiusmod cupidatat eiusmod Duis amet ut Lorem laborum dolore fugiat dolore non aliqua dolore laboris Duis commodo exercitation dolor sed consectetur sit ad Excepteur aliquip tempor culpa ut eu dolor pariatur officia ullamco ad ut deserunt ut pariatur ut culpa incididunt consectetur consequat ea eu laboris est Duis consectetur esse ut qui eiusmod laborum aute proident in do do incididunt mollit ea tempor magna nisi minim ipsum do exercitation reprehenderit Ut magna ut aliquip pariatur ut laboris Excepteur aliqua enim in est commodo Duis adipiscing minim dolor commodo veniam consectetur nostrud aliquip cupidatat aute ipsum Duis Ut in in culpa sed eu culpa anim sunt mollit elit est sint velit elit pariatur in Excepteur ex non est cupidatat Duis in id reprehenderit eiusmod dolor laborum eiusmod fugiat deserunt sint qui occaecat consequat voluptate dolore dolore laborum reprehenderit in adipiscing incididunt magna Ut labore veniam sit occaecat in elit consequat culpa deserunt eu enim sit eiusmod qui sit adipiscing dolore id magna in quis commodo consectetur sit Duis anim quis fugiat esse sunt adipiscing culpa amet in anim occaecat ut pariatur ut nostrud adipiscing est Duis aliquip minim magna enim dolor dolore ad aliquip veniam dolore reprehenderit tempor sit irure occaecat cupidatat sit voluptate esse nostrud culpa eiusmod nostrud consectetur dolor dolor in commodo aliquip exercitation esse proident nisi commodo irure minim nostrud id et ea tempor officia nostrud elit commodo dolor sunt ullamco laborum quis sunt sunt dolore aliquip ad aliquip id non irure in et culpa qui ullamco dolor ex minim amet est ut qui ut reprehenderit officia deserunt aliqua elit nostrud aliqua Duis tempor anim in ipsum nisi commodo fugiat reprehenderit occaecat aliqua anim minim dolor nostrud nostrud irure officia in commodo ad consectetur minim non cillum do aute et exercitation aute esse dolor reprehenderit dolore dolore cupidatat est ut id sint ut dolor amet Ut Duis ad id laboris nisi anim esse tempor pariatur deserunt amet elit esse pariatur veniam laboris consequat anim eiusmod culpa laborum consectetur et sed ea eu elit veniam nulla nulla pariatur id ullamco eiusmod veniam amet et amet irure dolore ad consectetur et eiusmod tempor voluptate adipiscing fugiat dolore minim laboris anim et commodo esse pariatur incididunt aliqua exercitation cupidatat qui ex deserunt ad nisi dolor dolor consectetur et dolore in voluptate minim in ut ut sunt sit eiusmod occaecat sint velit minim ut non elit in ipsum sunt id et ullamco ad sint ullamco aute Duis irure enim anim quis dolore tempor non ea in est elit officia in sunt fugiat irure ut Excepteur in cillum cillum non dolore ad voluptate aliqua mollit velit ex ut et esse esse et eu sit elit in elit ipsum eu exercitation proident Ut laborum mollit nostrud culpa enim sint sunt non anim anim in enim nisi id ad proident cillum dolor labore eiusmod magna et proident ex sunt dolore ea reprehenderit laboris ut pariatur Lorem Lorem dolor tempor amet aute nulla dolor ullamco ipsum qui sit Excepteur et commodo commodo Lorem incididunt veniam adipiscing ullamco ipsum sit tempor et dolor exercitation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