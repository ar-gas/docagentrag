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6 - Slide 1</a:t>
            </a:r>
          </a:p>
        </p:txBody>
      </p:sp>
      <p:sp>
        <p:nvSpPr>
          <p:cNvPr id="3" name="Content Placeholder 2"/>
          <p:cNvSpPr>
            <a:spLocks noGrp="1"/>
          </p:cNvSpPr>
          <p:nvPr>
            <p:ph idx="1"/>
          </p:nvPr>
        </p:nvSpPr>
        <p:spPr/>
        <p:txBody>
          <a:bodyPr/>
          <a:lstStyle/>
          <a:p>
            <a:r>
              <a:t>voluptate dolore ea do ipsum in est Duis ipsum occaecat reprehenderit in consequat nisi aute reprehenderit minim adipiscing elit tempor ullamco exercitation ex officia qui veniam mollit laboris proident fugiat Lorem veniam officia tempor aliqua nisi Ut magna id tempor ad cupidatat Ut labore eiusmod velit Lorem ut Excepteur consectetur consectetur dolor Ut do pariatur ipsum ut ipsum est in ad Duis pariatur esse do sunt do dolore Excepteur id sunt quis in in sit culpa pariatur fugiat qui aliquip do in qui et culpa voluptate Lorem ut magna reprehenderit magna nostrud incididunt nostrud enim ut mollit est ad Duis minim consequat cupidatat ipsum qui culpa Excepteur consequat non dolore eu voluptate qui voluptate aliqua sed incididunt adipiscing in incididunt labore Lorem Lorem aliquip consectetur velit consequat in veniam est et Lorem Ut do ea aute dolor dolore Excepteur exercitation sed ipsum ut aliqua aute reprehenderit do anim aliquip ipsum Duis in sed magna nulla reprehenderit est nostrud minim dolor ut Lorem cillum qui non quis sint ad consequat minim consectetur elit Duis ex consequat in fugiat velit in commodo laborum ut do et aliqua cupidatat ut cillum aliqua laboris aliquip nisi culpa in mollit est ut pariatur proident anim enim et occaecat amet aliqua ea mollit incididunt ad qui eu reprehenderit elit eu et qui veniam esse fugiat sed amet ullamco occaecat fugiat qui sed ex Duis do ad deserunt sunt sint ut ipsum aliquip mollit proident sint officia exercitation voluptate cillum elit laborum deserunt do ea adipiscing eiusmod ut veniam ipsum et minim amet ut Ut fugiat qui minim quis irure pariatur officia in deserunt ea eiusmod irure veniam aliquip in nostrud est eu ad ullamco incididunt non enim Lorem do deserunt laboris adipiscing in do dolore quis ullamco tempor velit qui deserunt magna est dolore reprehenderit cillum aliqua do sint anim qui tempor incididunt Duis sed deserunt sint cillum sint ut sed enim irure nulla ad ea aliqua dolore velit dolore commodo dolor ea incididunt reprehenderit labore sit dolore cillum ut quis laboris minim culpa et consequat officia irure dolore nulla incididunt magna nulla sunt ipsum enim elit ullamco velit velit enim aliquip sit voluptate nulla est sit mollit id eiusmod ea irure esse sint elit nisi nisi Excepteur Excepteur elit amet reprehenderit esse nulla eiusmod deserunt quis ipsum id fugiat Excepteur quis sed aliquip consectetur in pariatur incididunt aliqua non cillum ex anim magna elit ullamco ut Excepteur et sint nisi adipiscing reprehenderit Excepteur ad pariatur Duis Duis Ut velit culpa labore est id aliqua consequat in sit sint magna qui aliquip fugiat dolor consequat in fugiat sed ut dolore ut eiusmod sit in exercitation ullamco do sint veniam veniam aute nisi anim anim labore nisi Ut elit et in qui est sit culpa exercitation quis sunt elit ad cupidatat anim qui dolore proident officia non labore veniam enim Ut ipsum in sunt nostrud ea dolore pariatur ut quis irure voluptate non amet reprehenderit esse mollit irure non ipsum ea in labore quis laborum irure irure culpa sed ex tempor Excepteur in sunt velit mollit qui elit ut ut quis Lorem occaecat eu id laborum Duis aliquip dolore dolor ullamco velit adipiscing Excepteur quis Excepteur laborum elit fugiat fugiat minim et ut dolore exercitation in anim anim anim cillum anim culpa dolor ea velit aliquip adipiscing minim sed magna elit minim culpa dolor culpa velit dolore culpa Ut dolor anim minim Excepteur dolor laborum veniam Duis et velit ullamco consequat commodo Ut pariatur ut sed cupidatat laboris commodo mollit et dolor eiusmod nisi officia eiusmod et eu ea id sint fugiat id ut esse mollit in quis laboris ullamco esse aliquip in magna eu eiusmod enim ut dolor aliquip reprehenderit in ullamco pariatur laboris veniam veniam in elit velit do officia proident tempor minim commodo cupidatat nulla do velit ipsum ullamco do ea nostrud reprehenderit magna proident ullamco mollit tempor in aute nostrud nostrud ut sed Lorem sint anim dolore aliquip aliqua commodo irure consectetur sed commodo aute cillum enim Lorem non est et amet sed minim ut quis minim aliqua sed ad exercitation voluptate fugiat Lorem dolore ex voluptate in commodo Lorem Lorem commodo Ut velit aliqua dolor fugiat ut laboris ut tempor esse amet eu laboris est sint anim officia exercitation cupidatat laboris reprehenderit pariatur non commodo cillum nostrud ex in eiusmod ad cupidatat exercitation magna eiusmod Lorem enim consectetur adipiscing dolore incididunt labore anim ut anim amet veniam quis nostrud dolor proident dolore veniam aliquip cupidatat nostrud eu aliquip ullamco sed voluptate ex ut ea qui exercitation sunt Excepteur nisi irure ad labore cupidatat ea proident eu culpa pariatur est cillum exercitation ea fugiat Ut dolor mollit consectetur eu ex Duis Lorem proident ad veniam ad esse do tempor reprehenderit Ut velit nulla veniam deserunt qui labore velit Ut proident laborum minim mollit adipiscing et commodo mollit in et irure Lorem Ut eu laborum pariatur reprehenderit qui magna qui exercitation labore dolor et deserunt commodo ullamco tempor consectetur anim do incididunt laboris sunt Lorem do minim proident consequat nulla elit fugiat velit dolore aliqua qui eiusmod cupidatat consequat nostrud deserunt nulla incididunt consequat proident eiusmod aute amet enim minim proident labore dolor nisi deserunt ea commodo aliqua laboris amet esse Excepteur id pariatur laboris aliqua nostrud incididunt exercitation proident cupidatat sed enim sit enim consequat sed sint nisi in proident incididunt cillum non deserunt consequat ad labore ut dolor minim et amet et ut consequat exercitation dolor ad ad in Duis ut laborum veniam cillum et veniam anim anim velit reprehenderit mollit culpa non nisi dolor deserunt enim voluptate cillum enim elit ullamco reprehenderit et non et elit Lorem magna sunt commodo reprehenderit culpa esse in consequat laborum ut aliquip labore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6 - Slide 2</a:t>
            </a:r>
          </a:p>
        </p:txBody>
      </p:sp>
      <p:sp>
        <p:nvSpPr>
          <p:cNvPr id="3" name="Content Placeholder 2"/>
          <p:cNvSpPr>
            <a:spLocks noGrp="1"/>
          </p:cNvSpPr>
          <p:nvPr>
            <p:ph idx="1"/>
          </p:nvPr>
        </p:nvSpPr>
        <p:spPr/>
        <p:txBody>
          <a:bodyPr/>
          <a:lstStyle/>
          <a:p>
            <a:r>
              <a:t>anim in officia ipsum aliqua exercitation qui voluptate pariatur sunt do amet enim ut ea sint nulla in incididunt ipsum dolore ipsum dolore magna aliqua eiusmod fugiat veniam Excepteur commodo exercitation Lorem ad Lorem non nisi consequat consectetur amet Excepteur dolore aliqua Duis laborum ut dolore et exercitation consequat ad ipsum elit laborum fugiat tempor deserunt mollit minim qui do incididunt commodo Ut in amet laboris do ad Lorem dolor mollit in nostrud consequat voluptate nostrud ullamco esse incididunt dolor dolor ex Lorem aliqua magna commodo est consectetur ex ut exercitation sit elit dolor et irure culpa cupidatat adipiscing reprehenderit ad commodo aliqua nostrud enim exercitation est irure esse ut nisi Excepteur et magna do voluptate proident reprehenderit id enim amet reprehenderit Ut adipiscing reprehenderit nostrud esse quis esse est dolor officia reprehenderit ea irure in sint Lorem mollit sed eiusmod dolor Duis aliquip proident amet officia eu fugiat tempor Ut adipiscing occaecat ut culpa ad aliqua sed fugiat nostrud adipiscing mollit sit qui adipiscing fugiat dolor reprehenderit elit et Duis tempor aliquip cillum amet consequat in ad magna cupidatat exercitation Duis elit in quis amet labore dolore exercitation et Ut ut sint do est aliqua occaecat adipiscing nulla qui sint occaecat occaecat incididunt sint quis commodo quis sunt in veniam ad cupidatat quis sint non reprehenderit reprehenderit deserunt Lorem labore minim veniam pariatur dolore sunt ut non qui culpa elit qui magna consectetur minim tempor sint laborum ex exercitation id cillum minim et enim aute tempor quis eiusmod non sit id ipsum consequat irure amet aliqua Duis enim eu eu occaecat mollit cupidatat do Lorem dolor aliqua consectetur cillum nisi Lorem eu Ut velit nisi id esse proident do amet Excepteur veniam pariatur sit laboris in cupidatat occaecat est in occaecat officia dolor Ut officia aute occaecat magna aliqua ut ad Ut aliqua tempor veniam reprehenderit Lorem dolor ullamco esse dolor reprehenderit dolore in sed minim quis quis quis laborum consequat aute anim ad ad culpa dolor Excepteur aliquip esse ad ea laborum mollit aliqua est anim commodo ex quis Ut consectetur sit sint reprehenderit non non dolore minim consequat velit aliquip do dolor adipiscing id in elit sint proident dolore dolore dolore eu do Duis sunt consectetur mollit culpa et Duis anim commodo Excepteur sed qui aliquip dolore aliquip sunt enim in labore ut anim non Lorem proident voluptate quis deserunt id aliqua Lorem eu non Ut ut Ut Duis ea laborum adipiscing aliqua tempor ea dolore reprehenderit nulla tempor voluptate nisi voluptate qui reprehenderit nulla Duis ad minim non culpa irure ullamco exercitation laboris adipiscing occaecat adipiscing commodo id exercitation minim aliqua esse adipiscing sint Lorem qui in adipiscing consectetur laborum proident Ut nisi exercitation sit eiusmod velit Lorem dolore laboris pariatur aliqua dolor in consequat nisi pariatur in proident aliquip Lorem quis sit culpa ad incididunt deserunt ut proident dolore occaecat enim veniam exercitation nisi eu culpa aliquip ut minim cupidatat mollit commodo aliqua anim esse laboris ex mollit occaecat cupidatat sint laboris et Ut nulla voluptate dolor nostrud laboris in sed enim pariatur est incididunt ut quis do exercitation laborum incididunt sed labore ea cillum veniam non magna mollit nisi laborum ut laboris ipsum exercitation anim Excepteur id ut enim qui non Lorem aute velit mollit veniam proident mollit cupidatat elit esse magna nisi ullamco elit minim Duis Duis quis adipiscing esse sit nisi in ex sint consectetur ut sint adipiscing deserunt do do labore Excepteur Ut nostrud anim ut nisi ea id ullamco in sunt quis nisi in tempor dolor do nostrud nulla id do proident laborum elit sunt culpa in sint consectetur in consectetur qui eiusmod cillum ad ullamco enim nulla Excepteur minim dolor Duis eu tempor adipiscing dolor dolore Ut aliqua est aliquip qui minim non id eiusmod dolore aliquip velit dolor consequat eiusmod laboris consectetur mollit officia enim quis adipiscing Ut laborum consequat ut deserunt non anim qui dolore exercitation dolore est reprehenderit irure consequat anim nulla dolore aute Excepteur dolore quis sed voluptate laborum ad exercitation do labore consequat enim officia ad labore laborum elit do magna dolor ad exercitation ad irure nisi ut ut ex nulla mollit ipsum ut cillum dolore ut esse eu quis laboris culpa ut Ut consectetur consectetur pariatur labore dolore tempor amet dolor exercitation esse incididunt in sunt in anim est sunt ut exercitation Ut enim eu reprehenderit sed ullamco elit sint fugiat eiusmod Duis sint in dolor eiusmod irure esse et cupidatat velit anim do adipiscing incididunt enim reprehenderit proident magna adipiscing laborum sunt occaecat sunt et dolor consequat commodo Lorem pariatur qui consectetur est enim irure velit velit aliqua elit ea in et sed enim ipsum non aute nulla pariatur cupidatat laboris consectetur voluptate in cillum et ea reprehenderit sunt id Excepteur sed in sit proident Duis ea in et Lorem enim velit consectetur exercitation dolore et adipiscing proident commodo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