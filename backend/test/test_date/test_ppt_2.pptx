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PPT Presentation 2 - Slide 1</a:t>
            </a:r>
          </a:p>
        </p:txBody>
      </p:sp>
      <p:sp>
        <p:nvSpPr>
          <p:cNvPr id="3" name="Content Placeholder 2"/>
          <p:cNvSpPr>
            <a:spLocks noGrp="1"/>
          </p:cNvSpPr>
          <p:nvPr>
            <p:ph idx="1"/>
          </p:nvPr>
        </p:nvSpPr>
        <p:spPr/>
        <p:txBody>
          <a:bodyPr/>
          <a:lstStyle/>
          <a:p>
            <a:r>
              <a:t>dolor proident eiusmod officia dolore quis consequat sit laborum commodo voluptate cillum sint magna amet Duis aute quis amet incididunt occaecat consectetur adipiscing enim commodo ipsum ex Lorem pariatur proident aliquip ullamco Ut Lorem et sint minim Duis in pariatur amet pariatur ut occaecat aliqua et tempor tempor in incididunt Excepteur irure deserunt cillum aute officia nulla elit cillum labore nisi do proident dolore labore sint ullamco ullamco commodo incididunt occaecat quis dolore irure aliquip qui reprehenderit qui fugiat eiusmod in mollit dolor nisi officia Lorem Excepteur in eu ea est dolore velit tempor id ut in ut ex magna eu mollit ex labore nulla eu ut eiusmod proident consequat aute pariatur laboris elit ea reprehenderit deserunt adipiscing laborum adipiscing do do cillum Lorem in in in eiusmod dolore in dolore esse culpa consectetur quis amet dolore velit et Ut ut nisi velit consequat dolore sint tempor aliqua ullamco ea non magna occaecat amet aliqua veniam fugiat ad officia quis sunt in elit labore dolor aliqua cupidatat consequat ullamco commodo velit non culpa voluptate ipsum incididunt tempor amet qui tempor qui laboris dolore enim in incididunt fugiat nulla veniam dolor reprehenderit officia elit est reprehenderit id sunt officia Ut culpa irure Lorem dolore velit Duis Excepteur esse pariatur ea dolore Lorem nulla reprehenderit mollit Lorem nulla quis qui sint nulla ut irure Duis cupidatat est adipiscing deserunt culpa laborum non cillum velit dolor dolor non dolore qui ex dolore Duis officia elit commodo sint sed pariatur elit aliqua aute laboris nisi proident aute in in culpa aute sed nisi est commodo aute in anim officia cupidatat ut aliquip irure tempor id cillum adipiscing officia exercitation ullamco mollit qui proident sed reprehenderit do irure id quis sint exercitation nulla Ut dolore dolore enim in veniam qui exercitation ut dolore aute Duis labore adipiscing dolor nulla ipsum non in enim velit dolore Lorem aliquip veniam Ut in minim pariatur Lorem et cupidatat cillum labore ex dolor magna ipsum aliqua reprehenderit veniam aliqua laborum qui Ut aliqua Duis sit qui eu dolor consequat nulla culpa non do dolore id mollit ullamco ut cupidatat nostrud reprehenderit ea dolor exercitation eiusmod ut adipiscing cillum Lorem sunt esse elit labore mollit in officia labore occaecat deserunt nisi pariatur ea consequat aliqua veniam ea anim in dolor nisi cupidatat sint id reprehenderit fugiat esse sint nostrud dolore ea officia Lorem ex dolore nulla do consectetur ullamco tempor exercitation sit Excepteur et anim dolor aute officia occaecat cupidatat voluptate do dolore est nostrud id ipsum ea sint veniam sunt voluptate velit minim adipiscing dolore ut nisi qui do Ut ullamco culpa non velit anim ad incididunt labore labore labore dolore irure pariatur aute cupidatat esse do nostrud sit consectetur nulla adipiscing incididunt esse ullamco dolor anim nisi cillum proident consectetur occaecat exercitation amet elit aliqua ut aliquip nostrud incididunt est ex nulla sit reprehenderit occaecat incididunt Ut non id fugiat irure aliqua culpa sed culpa est Duis labore consequat sit deserunt ut cupidatat consequat in sint deserunt ea voluptate anim voluptate deserunt pariatur exercitation commodo Excepteur irure eiusmod culpa irure id qui ut voluptate qui sint quis dolor velit culpa proident id laboris qui exercitation eu magna pariatur in dolor incididunt in voluptate amet dolore in proident aute minim aliquip occaecat nostrud elit tempor deserunt mollit culpa voluptate commodo proident minim commodo in qui laboris nulla sint adipiscing ut aliquip laboris sit ea Ut Lorem est Excepteur irure dolor sint consectetur ut commodo magna laboris quis fugiat Lorem officia et occaecat consequat cupidatat cupidatat sint dolor fugiat veniam elit id ut Lorem in magna in ullamco est non proident incididunt id tempor proident dolor deserunt Ut sunt veniam ea Lorem sint aliquip nisi dolore ad nisi aliquip in proident sit ut Ut irure tempor nulla id esse eu proident anim laboris exercitation ipsum Excepteur labore in Ut nisi tempor aliqua ullamco est laboris Ut adipiscing consequat in aliquip ullamco in incididunt aute ipsum deserunt nisi ex veniam est irure ea exercitation deserunt ullamco est laborum dolore magna Excepteur ex laborum sunt deserunt veniam deserunt fugiat nulla cillum nulla ut laborum labore mollit ut non officia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PPT Presentation 2 - Slide 2</a:t>
            </a:r>
          </a:p>
        </p:txBody>
      </p:sp>
      <p:sp>
        <p:nvSpPr>
          <p:cNvPr id="3" name="Content Placeholder 2"/>
          <p:cNvSpPr>
            <a:spLocks noGrp="1"/>
          </p:cNvSpPr>
          <p:nvPr>
            <p:ph idx="1"/>
          </p:nvPr>
        </p:nvSpPr>
        <p:spPr/>
        <p:txBody>
          <a:bodyPr/>
          <a:lstStyle/>
          <a:p>
            <a:r>
              <a:t>ea ut minim nisi occaecat tempor do occaecat ad labore est Excepteur dolore non reprehenderit velit culpa dolor dolor sunt deserunt id enim aute amet ullamco mollit Ut Lorem veniam consectetur magna in sint mollit Duis veniam amet laborum voluptate sit proident Ut magna cupidatat aliqua est consequat consectetur cillum sed ad ullamco mollit voluptate laboris cupidatat fugiat id enim sed dolor fugiat non nisi commodo occaecat fugiat velit anim ut consectetur do aute veniam laboris et ut officia Ut nostrud ad et dolor nostrud nulla amet occaecat consectetur dolore esse dolor irure consectetur id sed nisi in exercitation sint culpa minim eiusmod cupidatat in anim nostrud sint ex minim ad aliqua pariatur do Lorem deserunt ipsum irure Duis nisi velit commodo ullamco esse irure elit labore non Ut Duis in id cupidatat sint Duis in deserunt velit proident velit adipiscing deserunt enim sunt non veniam velit reprehenderit consequat in amet adipiscing qui irure sit deserunt non dolor officia ad deserunt amet Duis eu sit aliquip est ad qui ullamco consequat nostrud sint veniam eu sed veniam labore laborum do reprehenderit sunt est est sed non exercitation id ipsum Excepteur exercitation commodo sit commodo occaecat incididunt sit commodo ullamco ut reprehenderit adipiscing velit qui dolor proident amet sint nulla aute aliquip aliqua ut officia eiusmod reprehenderit est ea incididunt eu nostrud mollit amet magna dolor enim dolore eu proident eu dolore ullamco elit do Lorem tempor velit eiusmod tempor deserunt veniam Duis dolor laboris nisi in in ipsum anim sunt cupidatat esse veniam qui esse nostrud voluptate officia nisi ad eiusmod exercitation veniam pariatur in consectetur dolor officia culpa sint commodo ipsum in in id voluptate sunt veniam Lorem magna nostrud cupidatat in sit qui tempor elit anim dolore id elit laborum sunt in non aliquip quis qui sint cupidatat laboris ea cupidatat enim id sunt consequat do aliqua do aliquip ex id consequat commodo Excepteur et elit ut anim id in cillum ex irure elit nisi eiusmod irure commodo sint elit esse culpa aute Duis nostrud nisi dolore eiusmod ullamco magna ea non incididunt exercitation eiusmod magna enim occaecat aliqua culpa laborum deserunt est exercitation in proident ullamco quis consectetur anim esse reprehenderit dolor occaecat id anim eiusmod reprehenderit cillum incididunt ipsum tempor in laborum veniam in sunt officia ut sed ut consectetur dolore eu sint Excepteur labore cupidatat Excepteur reprehenderit in minim in velit mollit cillum culpa magna qui nulla enim mollit cupidatat esse exercitation mollit in exercitation nisi dolore in Ut incididunt dolore dolore deserunt consequat ipsum sed non dolore occaecat enim Duis est et labore pariatur irure ad sed do ullamco dolor laborum cillum magna ut esse nulla ad et pariatur adipiscing in mollit dolore et aliquip ut occaecat esse irure ipsum sunt exercitation Ut consequat sint exercitation Excepteur adipiscing eiusmod veniam ea irure enim cillum ullamco in fugiat labore consequat enim veniam ut enim cillum anim enim do velit et ut ut id sint culpa exercitation anim id dolor aute do aliquip in voluptate Lorem ut culpa sint in in est adipiscing non reprehenderit in ut Lorem consequat dolore eiusmod adipiscing velit sint et sed Excepteur mollit eu elit eiusmod aliqua sit quis occaecat nostrud in velit magna dolor et occaecat laborum irure veniam reprehenderit in adipiscing Ut officia aliqua consectetur adipiscing ex consequat nulla consequat consequat mollit Excepteur cupidatat Lorem eiusmod officia qui magna exercitation in eu magna ut reprehenderit dolor deserunt laborum nisi aliquip in non Lorem consequat magna magna ullamco elit aliqua Ut occaecat id ipsum et dolore ipsum adipiscing tempor occaecat officia adipiscing dolore culpa Ut Lorem Lorem reprehenderit sint culpa adipiscing officia ex adipiscing amet ut deserunt in labore voluptate velit adipiscing Lorem ullamco nostrud Lorem et ut in ea aliquip deserunt aliqua veniam dolor aliqua sint ullamco proident ad sit in aute culpa dolor id laborum veniam Duis id laboris anim Excepteur in sint aliqua veniam culpa ad laborum exercitation anim laboris consequat laboris culpa qui sint minim non tempor eu deserunt Ut Excepteur nostrud esse aute magna Excepteur occaecat dolor ex do fugiat reprehenderit est voluptate ad adipiscing Excepteur voluptate labore laborum eiusmod commodo exercitation commodo sed dolor in incididunt ad in deserunt proident adipiscing consequat aute occaecat anim quis dolore veniam ut qui eu fugiat in Lorem non dolore in exercitation est irure enim cillum pariatur deserunt consequat deserunt anim ipsum dolor ipsum veniam non veniam consequat ut Ut labore occaecat tempor exercitation mollit dolore qui irure et magna Duis quis dolor adipiscing enim ut proident qui dolor mollit esse quis qui do incididunt ullamco dolor ullamco in id qui veniam ullamco labore dolore esse ut qui id labore Duis magna irure deserunt sunt dolor adipiscing commodo sunt laborum occaecat Duis Lorem dolor laborum eu in in in do exercitation do ex irure non reprehenderit sed velit dolore sit cupidatat aute elit et magna laborum cillum aliquip dolor nulla proident dolore in Lorem irure dolore veniam voluptate est deserunt Duis culpa minim consequat Duis nostrud culpa cupidatat incididunt commodo deserunt sint labore Ut ipsum aute et aliqua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PPT Presentation 2 - Slide 3</a:t>
            </a:r>
          </a:p>
        </p:txBody>
      </p:sp>
      <p:sp>
        <p:nvSpPr>
          <p:cNvPr id="3" name="Content Placeholder 2"/>
          <p:cNvSpPr>
            <a:spLocks noGrp="1"/>
          </p:cNvSpPr>
          <p:nvPr>
            <p:ph idx="1"/>
          </p:nvPr>
        </p:nvSpPr>
        <p:spPr/>
        <p:txBody>
          <a:bodyPr/>
          <a:lstStyle/>
          <a:p>
            <a:r>
              <a:t>incididunt eiusmod ipsum Duis ut dolore reprehenderit commodo tempor tempor id dolore sed aute aute in occaecat pariatur veniam laboris fugiat irure sit occaecat veniam quis enim amet eu labore tempor voluptate Duis ut irure consequat occaecat amet in elit ex occaecat pariatur deserunt nisi do officia aute in eiusmod Excepteur velit aute labore minim et velit nulla fugiat in aute ut in elit in ut eu deserunt voluptate enim sed deserunt non voluptate ut magna sit sed est veniam Duis ea et labore non Ut elit dolor elit exercitation mollit sed esse enim et in in labore Lorem pariatur culpa voluptate est labore nulla amet dolore ullamco mollit dolor reprehenderit ipsum Excepteur dolore in irure est veniam qui ipsum culpa veniam ipsum proident sit occaecat ullamco nisi in Duis consectetur irure proident Duis esse veniam qui deserunt exercitation commodo dolore id aliquip Lorem dolor adipiscing nisi ut nisi ut adipiscing adipiscing velit dolor adipiscing Duis ut adipiscing occaecat anim ut ut irure voluptate labore elit sed commodo adipiscing dolore ad minim sint eiusmod ex do sint amet deserunt dolor non enim et laborum aute ut commodo incididunt ut in reprehenderit officia esse ea tempor voluptate cillum nulla eu Ut do in consectetur est eiusmod in in ipsum id laborum Excepteur proident deserunt cupidatat sunt consequat est amet incididunt ut sint commodo incididunt ut veniam adipiscing Lorem cillum elit ipsum amet nulla laboris Duis ullamco amet consequat veniam Ut non sint aliqua fugiat in consequat qui sint culpa esse veniam fugiat sunt anim esse labore enim eiusmod dolor Lorem qui Excepteur veniam quis reprehenderit dolore nulla minim adipiscing dolore anim dolore tempor consectetur Excepteur non sunt pariatur laborum officia voluptate ea sunt consequat magna qui eiusmod ipsum non fugiat dolor irure esse enim id id cupidatat commodo enim Ut ullamco velit dolor ad nostrud eiusmod officia magna occaecat laborum sit in veniam ex labore proident enim ullamco officia ad ad eiusmod qui et enim proident consectetur aliqua ex enim ipsum esse anim voluptate mollit nisi culpa nisi nostrud ea culpa quis dolore aute magna enim velit veniam exercitation culpa ex aute adipiscing magna ut tempor cillum ipsum culpa laboris sit aliqua dolore aliquip dolore cillum consectetur labore Lorem id do fugiat Ut amet velit labore in occaecat Excepteur in minim occaecat culpa cupidatat magna commodo irure ad non magna dolor deserunt ad sunt dolore enim dolore exercitation in enim nostrud Ut eiusmod in culpa Duis minim in reprehenderit sed ad voluptate pariatur est et consectetur officia Ut aliqua velit amet aliquip nostrud anim Duis dolore elit do fugiat occaecat dolor sit reprehenderit et mollit reprehenderit exercitation esse dolore laboris et cillum in dolor Duis adipiscing aute tempor in reprehenderit incididunt minim elit Lorem ex do sit amet sit aliquip velit voluptate sit occaecat do adipiscing dolor eu esse proident fugiat ut nisi ea reprehenderit incididunt ea et ut eiusmod occaecat sit do in ut id cupidatat proident nisi eiusmod Lorem magna incididunt cupidatat in non sit culpa et nisi exercitation adipiscing qui sint aute veniam magna incididunt adipiscing veniam nostrud deserunt aute anim sed aute adipiscing anim cupidatat tempor id do voluptate aliqua laborum ipsum Lorem tempor ullamco eiusmod voluptate exercitation cillum laborum laboris do irure ut ut incididunt in cillum deserunt consectetur id sint nulla nostrud dolore mollit laborum officia tempor veniam Excepteur ad consectetur non anim id amet est minim esse ipsum culpa adipiscing ea Excepteur ex nulla irure officia ut laboris pariatur amet magna pariatur qui non enim id Duis et Duis consequat mollit ex Ut in reprehenderit anim eu dolore in sed sit reprehenderit anim in sit non anim id ullamco ipsum in laborum magna labore in aliquip aliquip et occaecat in proident nulla minim do in nulla laboris ea est incididunt sit in Lorem consequat velit nulla magna Ut consequat ut Excepteur eu dolor ut Lorem velit dolor irure Lorem fugiat sint consectetur sed cupidatat dolore irure nostrud commodo cupidatat sit laboris nisi et veniam occaecat magna fugiat ipsum dolore ex sunt in laborum sint officia laborum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PPT Presentation 2 - Slide 4</a:t>
            </a:r>
          </a:p>
        </p:txBody>
      </p:sp>
      <p:sp>
        <p:nvSpPr>
          <p:cNvPr id="3" name="Content Placeholder 2"/>
          <p:cNvSpPr>
            <a:spLocks noGrp="1"/>
          </p:cNvSpPr>
          <p:nvPr>
            <p:ph idx="1"/>
          </p:nvPr>
        </p:nvSpPr>
        <p:spPr/>
        <p:txBody>
          <a:bodyPr/>
          <a:lstStyle/>
          <a:p>
            <a:r>
              <a:t>consectetur veniam commodo magna in nostrud sit ut veniam consequat irure cupidatat ex dolore nisi anim ex tempor commodo laborum labore nisi fugiat nisi quis aliqua pariatur magna ut dolore cupidatat sit cupidatat veniam pariatur sint ut veniam aliquip do eu ea deserunt officia et eu laboris et magna ad sit ad Lorem consequat minim quis labore ipsum dolore do deserunt dolor aliquip nulla qui qui et in consectetur culpa minim sed proident tempor occaecat anim enim aliquip nulla do mollit do dolor sit ut mollit in magna minim ad Duis ut ut id cillum commodo laboris proident proident ea anim ea minim magna consectetur in irure exercitation minim adipiscing ea exercitation ullamco sint elit ullamco nisi elit Excepteur nostrud in laboris culpa qui cupidatat Excepteur voluptate mollit eu id ad in in dolore esse non esse voluptate eu dolor irure in amet aliquip consectetur voluptate ad culpa deserunt labore ad nisi et ad quis dolor irure in commodo non Lorem Excepteur consequat enim magna ad dolor aliqua minim Ut dolor ea eu Duis velit mollit sint ea exercitation reprehenderit aliqua ad nisi exercitation sint nulla et proident Excepteur commodo minim enim voluptate voluptate officia ipsum id anim fugiat eu nostrud et Duis qui quis voluptate veniam tempor dolore laborum Ut enim labore consequat dolore ea exercitation fugiat nisi in do ut consequat exercitation eiusmod sunt consequat aliquip eiusmod cupidatat laboris irure dolore fugiat in aute et officia anim occaecat aliquip pariatur Duis ea Excepteur Excepteur consectetur eiusmod ea dolor magna cupidatat pariatur mollit incididunt ullamco do Ut exercitation ipsum voluptate nulla in exercitation ut Excepteur ea qui labore elit cillum eiusmod cupidatat laborum ut enim esse et cillum aliqua laboris incididunt occaecat voluptate ex exercitation aliquip ut aliquip occaecat elit mollit Ut minim esse esse laboris magna commodo ex in proident eiusmod commodo est adipiscing fugiat in irure veniam tempor reprehenderit nulla Excepteur nostrud est ex Ut anim Duis eu enim dolor proident irure qui ea cupidatat pariatur minim sunt velit ea sed laboris in adipiscing pariatur veniam ex Lorem velit nostrud exercitation ut aliquip dolor est Ut laboris occaecat cupidatat veniam id occaecat non officia aliquip sint irure eu laboris ea Excepteur occaecat in enim dolor exercitation ullamco nostrud tempor sit est qui ipsum Excepteur sit consectetur officia quis amet pariatur commodo esse adipiscing ut culpa ea Ut magna ex ut Lorem aliqua nulla consequat nostrud consequat dolor est commodo Lorem dolore ea commodo officia consequat culpa aliquip eiusmod dolore adipiscing laborum sed sed aute consectetur magna aliquip quis consectetur ea Lorem nulla reprehenderit id officia magna est anim ea laboris aliquip nulla ea adipiscing consectetur ut nisi laborum cillum laborum Ut non sint qui enim aliquip incididunt dolore adipiscing quis sint deserunt mollit sed cupidatat ad elit quis ad commodo ullamco Duis sit et deserunt enim anim sed adipiscing officia anim aliquip cillum eiusmod deserunt velit nulla ipsum nostrud ut ullamco nisi dolor occaecat in Duis culpa veniam sunt adipiscing enim non aute velit dolor ad pariatur culpa exercitation Excepteur et reprehenderit commodo velit mollit deserunt sit sint occaecat anim pariatur mollit exercitation eiusmod cupidatat dolore voluptate ipsum enim veniam reprehenderit irure pariatur ut dolor voluptate adipiscing ut magna nulla occaecat cillum minim in magna dolor incididunt aute non incididunt magna dolore velit in nostrud quis id nisi exercitation exercitation nulla ad consequat qui nulla dolore nulla eu dolore fugiat aliquip exercitation proident sunt deserunt cupidatat laborum veniam reprehenderit ex Ut incididunt anim ut dolor quis dolore in dolore ad sed laboris sit dolor ut nisi veniam proident do ut ea laboris nostrud qui magna ut cillum Ut elit et id ut officia do commodo eu mollit est in dolor laborum incididunt dolore eiusmod aute aliqua exercitation laboris cillum esse dolor labore cillum nulla eiusmod in ad exercitation reprehenderit commodo 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PPT Presentation 2 - Slide 5</a:t>
            </a:r>
          </a:p>
        </p:txBody>
      </p:sp>
      <p:sp>
        <p:nvSpPr>
          <p:cNvPr id="3" name="Content Placeholder 2"/>
          <p:cNvSpPr>
            <a:spLocks noGrp="1"/>
          </p:cNvSpPr>
          <p:nvPr>
            <p:ph idx="1"/>
          </p:nvPr>
        </p:nvSpPr>
        <p:spPr/>
        <p:txBody>
          <a:bodyPr/>
          <a:lstStyle/>
          <a:p>
            <a:r>
              <a:t>anim Excepteur quis tempor amet quis nulla laboris dolore culpa officia nisi dolor ut sed exercitation incididunt irure aute amet voluptate tempor in reprehenderit ex veniam in adipiscing tempor aute esse occaecat nisi eiusmod ex cupidatat sunt exercitation commodo Ut ullamco nulla esse dolor esse dolor mollit quis sint pariatur dolor nulla eu incididunt nulla Lorem ea et ullamco magna et anim elit ut velit nostrud voluptate aute occaecat deserunt ut irure occaecat enim dolore est non dolore ut non adipiscing nulla sint sunt ullamco sunt ullamco anim adipiscing Ut deserunt magna reprehenderit culpa incididunt id anim cupidatat exercitation fugiat voluptate minim incididunt ea do eiusmod fugiat proident dolor veniam laboris est aliqua do laboris et nostrud ea irure occaecat incididunt qui veniam nisi incididunt consectetur dolor non Lorem incididunt ad amet minim aliquip aliquip Duis cupidatat eiusmod consectetur ut do ut Ut nulla pariatur labore aliqua reprehenderit eiusmod ullamco in laboris nisi minim consequat veniam consequat consequat Ut sit in in veniam aute pariatur dolore ut non Duis quis adipiscing laborum irure aute aute consectetur exercitation veniam do amet Lorem nulla in in mollit do voluptate enim anim amet in anim eiusmod nisi dolore labore culpa Lorem ipsum sed mollit sed sint cillum velit velit nisi minim velit veniam dolore eu ex enim eu officia ut quis Ut cillum mollit aliquip sit sed mollit ut reprehenderit velit dolore reprehenderit veniam Excepteur ea proident nostrud incididunt eiusmod ex exercitation irure enim ut velit minim exercitation velit aliqua Excepteur elit ea enim ipsum occaecat culpa eiusmod exercitation laboris in aute velit aliquip aute dolor elit aliquip ad ad fugiat officia occaecat incididunt est voluptate nulla dolor et minim esse Ut id pariatur Duis labore ad sunt nostrud esse consectetur in officia in dolore nostrud labore dolor enim eu consectetur dolor eu commodo ullamco Excepteur occaecat sed cillum est enim anim officia adipiscing incididunt dolor laborum laborum magna adipiscing esse qui id officia Excepteur id nostrud id commodo aliqua dolor ad quis do in laboris laboris exercitation ipsum culpa irure culpa minim ad sint dolore qui Duis Lorem non cillum Excepteur cillum tempor do Excepteur in cupidatat id laborum dolore proident adipiscing cupidatat nisi sed non fugiat occaecat Lorem qui nisi anim est adipiscing nulla labore nisi non nulla proident dolor commodo ad commodo velit est deserunt consectetur commodo pariatur cillum sed mollit dolor aliqua aliquip exercitation Ut est elit adipiscing occaecat magna minim aliqua consectetur fugiat deserunt voluptate eu sed dolor et non ut cillum irure tempor sint quis aute minim aute ut dolor culpa mollit nisi Lorem in deserunt velit non ex commodo sunt labore in sit amet dolor dolor nisi laboris eu velit sunt do officia Lorem labore do do in tempor Excepteur sed irure in adipiscing aliquip enim pariatur dolor est est sed ad in enim ullamco enim laboris quis nulla aliqua elit ut sit pariatur laboris Duis non minim ex fugiat irure labore in esse labore do do nulla proident incididunt in ex pariatur ad minim adipiscing voluptate officia fugiat labore sunt esse irure laborum fugiat officia Ut laborum aliquip in in non voluptate pariatur id et reprehenderit voluptate dolor sed quis non dolor nisi ipsum aliquip eiusmod mollit culpa aute sed Duis aliqua sunt esse cillum consequat amet officia proident occaecat ea dolor et mollit laboris nulla veniam in eiusmod mollit do dolore dolore do dolore laboris Lorem aute ullamco cupidatat reprehenderit non in incididunt eu enim deserunt minim qui cillum exercitation nostrud labore veniam laborum Duis voluptate incididunt sed Lorem aliquip laborum elit magna elit id eiusmod Duis irure ut irure esse minim sit irure id culpa Duis Duis dolor cupidatat et cillum veniam reprehenderit dolore sed esse Ut qui est dolor sed sed ad nisi ad elit labore sunt in fugiat Ut dolor ullamco elit enim adipiscing aliquip qui minim voluptate ea aliquip labore deserunt voluptate ut mollit tempor Excepteur in commodo laborum cillum magna dolor nostrud mollit ad esse fugiat in magna anim velit do aliqua minim in et laborum dolor in sunt et in minim eiusmod voluptate sunt qui minim ut labore in in consequat enim officia ipsum consectetur incididunt esse in commodo aliqua cupidatat incididunt amet esse pariatur fugiat id in in nostrud ad ad in labore dolor consectetur reprehenderit qui pariatur ut quis qui sed non in amet ullamco velit aliquip sed et magna laboris proident fugiat sit sed velit in aliquip exercitation enim deserunt quis laboris dolore commodo deserunt nostrud elit amet dolore aute in sit aliquip aute ea sint nulla sint adipiscing eu labore nulla Ut sint incididunt sed minim exercitation occaecat ipsum minim dolor sint laborum et incididunt magna labore Duis ullamco consectetur dolor tempor consectetur officia Duis do commodo elit incididunt exercitation Duis commodo id veniam eiusmod voluptate incididunt nisi esse consectetur sit commodo enim laborum ipsum minim quis deserunt dolore fugiat pariatur ea tempor sit veniam minim Excepteur in magna dolore dolore laborum in eiusmod dolore et adipiscing aliquip mollit non voluptate eiusmod sit cillum amet exercitation voluptate enim sint nulla magna officia in occaecat aliqua Ut dolor nisi non consectetur occaecat non occaecat sit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PPT Presentation 2 - Slide 6</a:t>
            </a:r>
          </a:p>
        </p:txBody>
      </p:sp>
      <p:sp>
        <p:nvSpPr>
          <p:cNvPr id="3" name="Content Placeholder 2"/>
          <p:cNvSpPr>
            <a:spLocks noGrp="1"/>
          </p:cNvSpPr>
          <p:nvPr>
            <p:ph idx="1"/>
          </p:nvPr>
        </p:nvSpPr>
        <p:spPr/>
        <p:txBody>
          <a:bodyPr/>
          <a:lstStyle/>
          <a:p>
            <a:r>
              <a:t>amet ipsum velit veniam veniam nisi est consequat adipiscing dolore consectetur dolor ullamco quis ipsum eu minim nostrud sit aute ea dolor in sed minim Duis nisi velit do reprehenderit est dolore in veniam do velit sit veniam dolor id ea consequat ex sed Duis sint dolore anim dolore aliqua magna voluptate dolor id qui adipiscing ut fugiat pariatur nisi anim minim qui ut dolor qui nulla minim adipiscing enim proident commodo Duis ut officia adipiscing voluptate dolore minim nisi Duis dolor aute amet dolore deserunt labore cupidatat ea laboris sed ullamco veniam est laboris mollit in Duis in veniam ad esse dolore incididunt veniam cupidatat eiusmod nulla proident Excepteur sint ex in ex aliquip ipsum laborum voluptate nulla laboris cillum laborum labore fugiat officia deserunt cupidatat deserunt ipsum mollit et ad magna labore elit dolore consequat in non reprehenderit dolor irure mollit ut Ut do officia reprehenderit ea ut ea anim eiusmod ipsum culpa dolor minim minim nostrud officia in voluptate deserunt exercitation dolore sint culpa adipiscing anim aliquip anim laboris minim nostrud do in anim do ex officia eiusmod fugiat sunt exercitation dolore tempor officia eiusmod anim cillum non dolor in in aute elit est ut labore dolore dolore in Excepteur officia tempor eiusmod consequat ut laborum deserunt adipiscing sint in Excepteur Excepteur cillum et dolore sunt est fugiat occaecat tempor Ut irure deserunt incididunt ullamco id est aliqua minim eu eiusmod eu magna dolor consequat eu amet aliquip Duis cillum consectetur adipiscing cillum Duis voluptate ex dolore exercitation laboris nisi ut aute dolore nulla fugiat officia veniam cupidatat aute tempor incididunt in velit adipiscing mollit proident cupidatat est ipsum elit laborum aliquip consectetur voluptate pariatur veniam Excepteur eiusmod ut voluptate ad do est Excepteur sit ea dolor consequat culpa cupidatat elit velit minim est Excepteur laboris ut aute culpa qui est in mollit pariatur anim nisi irure dolor in ad commodo culpa reprehenderit quis labore in pariatur dolore nisi ut ipsum sed ipsum dolor consequat consectetur tempor ad cillum nulla adipiscing dolor ea dolor nisi aute consequat veniam deserunt dolore occaecat in sed Ut Excepteur ut magna ullamco officia Lorem exercitation cillum ipsum ut sint nostrud eu est laboris Duis ea laboris voluptate anim enim fugiat dolore ut magna incididunt laborum est dolore cillum commodo nulla adipiscing ipsum consequat ut commodo aliquip eu Duis dolor tempor in mollit laborum enim dolor fugiat dolore nostrud ipsum in laborum nulla ea qui sit anim ea laboris nisi ullamco nisi do incididunt nulla cillum nostrud laboris ea qui ipsum aliqua anim aute dolor consequat adipiscing minim ut aliquip tempor eu incididunt sed aliquip qui esse Lorem eiusmod ad esse tempor proident ullamco mollit culpa adipiscing Excepteur anim ea culpa eu esse exercitation in in ipsum commodo laboris ea occaecat cupidatat laboris irure officia in sunt eu in incididunt dolor aliqua nostrud sint eu culpa dolor consectetur consectetur eu velit dolore tempor laboris occaecat proident magna do nostrud magna dolor nostrud do sed elit tempor amet in dolore laboris enim in sit qui et ea cupidatat et reprehenderit in Duis incididunt ex veniam esse ea voluptate sit irure incididunt pariatur labore labore et officia ut officia laboris in ex enim Ut veniam veniam consequat deserunt nostrud cupidatat qui in est Excepteur ea pariatur voluptate proident qui cillum in dolore minim esse dolor Lorem culpa velit sunt sit occaecat mollit eu consequat ipsum do adipiscing sed aute Lorem occaecat commodo esse sed officia commodo fugiat ad voluptate laboris eu est aliqua ullamco id velit ex cillum Ut quis cillum mollit esse deserunt occaecat minim est sit Lorem velit cillum reprehenderit et in exercitation deserunt ipsum cupidatat magna laboris nulla aliquip Ut reprehenderit veniam amet veniam nulla voluptate proident tempor Lorem proident velit cupidatat aute velit amet est ut nulla dolore dolore culpa exercitation irure ea tempor labore ut anim cillum in Ut consequat quis dolor esse dolor non aute officia consequat pariatur occaecat labore adipiscing laboris ad dolor ad nulla reprehenderit est sit fugiat deserunt nisi in officia quis exercitation sit cillum velit sit est consectetur proident incididunt in nulla dolor Ut deserunt consectetur occaecat aliquip proident ut sit dolore elit est id minim eiusmod commodo id nostrud cupidatat culpa eu dolor dolor deserunt pariatur consectetur et dolor Duis in culpa culpa ipsum laboris voluptate mollit aliquip sint occaecat in dolor enim labore aute elit amet Lorem nostrud anim deserunt ad eiusmod quis esse ut amet dolor magna irure laborum ut cupidatat Duis deserunt esse elit elit ullamco Lorem adipiscing velit non est incididunt qui eiusmod occaecat dolor sint Duis labore in ipsum velit sit proident est anim qui ex tempor qui in ipsum anim aliqua elit sit eiusmod aliqua in commodo ex esse ex ea Duis voluptate consequat dolor eiusmod ea eu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