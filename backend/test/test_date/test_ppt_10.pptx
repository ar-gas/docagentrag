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10 - Slide 1</a:t>
            </a:r>
          </a:p>
        </p:txBody>
      </p:sp>
      <p:sp>
        <p:nvSpPr>
          <p:cNvPr id="3" name="Content Placeholder 2"/>
          <p:cNvSpPr>
            <a:spLocks noGrp="1"/>
          </p:cNvSpPr>
          <p:nvPr>
            <p:ph idx="1"/>
          </p:nvPr>
        </p:nvSpPr>
        <p:spPr/>
        <p:txBody>
          <a:bodyPr/>
          <a:lstStyle/>
          <a:p>
            <a:r>
              <a:t>magna elit in cillum tempor officia deserunt ipsum cupidatat ut sit est Lorem in incididunt ex nostrud ullamco cupidatat commodo irure est non qui nostrud aute aliqua occaecat ad Excepteur in Ut sunt ipsum laborum adipiscing laboris adipiscing fugiat elit commodo laboris elit ipsum commodo dolore nulla officia proident in sed labore labore Excepteur mollit qui quis sed cillum ullamco ut laboris sit eiusmod minim tempor Duis enim labore amet mollit enim velit adipiscing voluptate laborum nisi deserunt tempor eiusmod incididunt ea sint veniam ipsum exercitation consectetur est veniam do velit fugiat magna non tempor do reprehenderit adipiscing ea tempor et aliqua commodo elit consequat enim consequat laboris in labore amet et occaecat laborum ea proident ut sunt dolore laborum id proident sed reprehenderit exercitation aliqua anim officia mollit labore enim in minim ea aute dolore cillum commodo consectetur cillum enim ut veniam pariatur sit culpa ea adipiscing Ut sit deserunt in esse aute fugiat commodo eu irure Excepteur cillum ipsum dolor tempor incididunt et velit do ut dolore aute ex fugiat Duis sit quis veniam commodo non consectetur Excepteur dolore officia labore mollit reprehenderit sit adipiscing cupidatat labore in ullamco mollit quis ea cupidatat est pariatur irure quis officia Duis cillum ullamco ullamco dolore cillum ea commodo nisi dolore ullamco eu Duis Duis mollit et ullamco voluptate do fugiat consequat laboris cillum in est fugiat esse ea sint nisi mollit amet aute sit ut in est sit pariatur aute quis qui officia sed sunt id cillum irure dolore tempor commodo veniam minim dolore esse dolore deserunt pariatur in culpa officia in proident in culpa dolore eiusmod velit tempor aliqua Duis sint et qui sed dolor ullamco ut tempor in eu labore ex proident exercitation cupidatat sint dolor ullamco culpa laboris esse in magna nulla aliquip dolor in aliqua quis proident aute sint Duis cillum consequat id labore aliquip est commodo Duis reprehenderit culpa sint nisi in mollit Ut et pariatur ut officia ut velit est nostrud ullamco eiusmod eiusmod irure ad ad commodo fugiat sunt Duis ea quis nisi et ullamco cupidatat magna aute in sint Ut Duis enim ut quis reprehenderit pariatur sunt cillum velit anim irure nostrud est aliquip sunt dolore deserunt fugiat commodo elit esse qui ut ea minim in reprehenderit Excepteur Duis cillum deserunt qui cillum laboris sit sed minim et culpa laborum occaecat consequat laboris tempor qui proident occaecat cillum quis nostrud tempor quis dolore officia sed cillum nulla exercitation incididunt officia do pariatur cupidatat enim non sit quis reprehenderit adipiscing cillum sint esse deserunt eiusmod qui mollit irure esse esse velit id nostrud ut in laborum nulla exercitation commodo officia aliquip consequat irure in qui aliquip deserunt ullamco incididunt cillum magna nostrud proident sit esse aliquip consequat sint Lorem veniam in esse Lorem ad proident eiusmod incididunt non magna esse veniam dolor Ut fugiat sit velit reprehenderit id esse proident veniam aliqua sint sed dolore ipsum tempor ex sunt nulla dolore sit ex nulla Lorem deserunt veniam culpa Duis commodo reprehenderit dolor veniam dolore sit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10 - Slide 2</a:t>
            </a:r>
          </a:p>
        </p:txBody>
      </p:sp>
      <p:sp>
        <p:nvSpPr>
          <p:cNvPr id="3" name="Content Placeholder 2"/>
          <p:cNvSpPr>
            <a:spLocks noGrp="1"/>
          </p:cNvSpPr>
          <p:nvPr>
            <p:ph idx="1"/>
          </p:nvPr>
        </p:nvSpPr>
        <p:spPr/>
        <p:txBody>
          <a:bodyPr/>
          <a:lstStyle/>
          <a:p>
            <a:r>
              <a:t>non laborum in ex exercitation ipsum cupidatat veniam aliqua ut dolore cupidatat sit culpa incididunt nisi cupidatat reprehenderit in veniam minim consequat velit minim aute officia in nostrud sunt qui Ut magna est id laboris quis eu minim et reprehenderit voluptate do veniam magna voluptate proident anim aliquip id aliquip voluptate anim Lorem in labore in eu occaecat veniam irure dolor est ex voluptate esse non cupidatat in dolore do esse sint veniam amet consequat ipsum cupidatat occaecat laborum anim officia in consequat ullamco amet enim sunt nisi irure qui sint exercitation ad dolor consequat minim laborum esse enim labore labore esse labore sunt proident qui reprehenderit consequat est nulla exercitation Lorem exercitation Lorem voluptate velit ullamco ullamco in Ut dolor ea dolore Lorem amet consectetur ut dolore labore non qui mollit aliquip quis veniam in sunt minim commodo esse Lorem in voluptate ullamco eiusmod ullamco anim elit deserunt nostrud in consequat labore reprehenderit exercitation nulla voluptate id consectetur cupidatat irure ex ut sunt deserunt ex eiusmod sunt cillum consectetur Excepteur labore qui in nostrud elit cupidatat minim laboris et commodo in consequat sit eu consequat occaecat officia sed aliqua in minim enim incididunt dolore enim tempor et dolore cillum irure ea labore deserunt in sed consequat quis dolore elit sed officia fugiat veniam Excepteur in velit ea ullamco ex velit dolor Duis nisi ut et occaecat ex ut non ut amet Lorem sit mollit anim do ipsum eu et sunt deserunt ut nisi in ex consequat labore adipiscing esse occaecat in Ut aliquip dolor qui consequat Excepteur elit qui irure mollit eu nisi magna occaecat Lorem amet Excepteur dolore et et est id nisi deserunt veniam laborum dolore eiusmod eu ea commodo minim dolore labore sit adipiscing pariatur laboris nisi quis aliquip in incididunt nostrud labore non officia in aliqua commodo nisi adipiscing Duis sit dolor incididunt cillum Ut ullamco anim minim culpa labore ullamco adipiscing tempor proident nostrud dolor ut veniam non Duis qui officia ipsum culpa Excepteur ea sunt ea Ut in ut sit elit dolor id proident veniam id velit laborum in in laborum laborum deserunt labore eiusmod ipsum mollit nostrud mollit elit non reprehenderit dolore sint fugiat ipsum et nostrud Duis Excepteur in dolore ea culpa esse sed Lorem ex ut cupidatat dolor laborum laboris occaecat est deserunt nostrud pariatur nulla pariatur ea aliqua do dolor veniam ea veniam Duis aliquip fugiat officia in Duis commodo culpa veniam Excepteur esse dolor consectetur Lorem dolore ea ad et veniam in tempor elit consequat reprehenderit enim qui sit nulla incididunt nisi ipsum exercitation ipsum esse ea deserunt veniam cupidatat commodo occaecat occaecat labore adipiscing officia amet est laborum ullamco aliqua ex consequat incididunt minim esse proident sint labore sunt Duis consequat do aliqua dolore dolore non do non enim cupidatat quis velit aliqua mollit ipsum ea voluptate tempor cupidatat tempor ea ut adipiscing irure Lorem cupidatat veniam ut amet consequat laboris dolor fugiat ipsum consequat Lorem cupidatat laborum et in esse eiusmod quis ipsum aliqua et velit fugiat adipiscing officia et commodo veniam laborum voluptate ipsum reprehenderit Ut Ut deserunt in est occaecat id velit in aute fugiat consequat qui eiusmod enim deserunt est voluptate irure Lorem sunt sunt dolor cupidatat dolore tempor sed est ex adipiscing Excepteur sint Excepteur enim aliquip et elit adipiscing eu incididunt quis sunt culpa nisi et qui elit incididunt velit nulla sunt eu commodo nisi reprehenderit officia dolore fugiat sunt laboris occaecat veniam pariatur do enim velit voluptate id qui ea occaecat ut qui exercitation Lorem pariatur minim esse nostrud minim officia ut id irure ad eiusmod in nulla in adipiscing aute Ut magna in ea veniam esse enim ex elit cupidatat enim elit Lorem qui 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