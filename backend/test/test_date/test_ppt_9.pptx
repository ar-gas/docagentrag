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9 - Slide 1</a:t>
            </a:r>
          </a:p>
        </p:txBody>
      </p:sp>
      <p:sp>
        <p:nvSpPr>
          <p:cNvPr id="3" name="Content Placeholder 2"/>
          <p:cNvSpPr>
            <a:spLocks noGrp="1"/>
          </p:cNvSpPr>
          <p:nvPr>
            <p:ph idx="1"/>
          </p:nvPr>
        </p:nvSpPr>
        <p:spPr/>
        <p:txBody>
          <a:bodyPr/>
          <a:lstStyle/>
          <a:p>
            <a:r>
              <a:t>nulla sed qui commodo ea pariatur adipiscing cillum sint irure irure irure laboris consequat sed in Duis fugiat voluptate nisi ea dolor elit in in consectetur irure dolore voluptate cupidatat pariatur Ut Duis cupidatat officia et in velit aute id ea voluptate ad sit aute consequat ut in fugiat eu est qui labore aliquip aute deserunt adipiscing cupidatat qui proident Lorem commodo veniam eiusmod aliqua pariatur nulla aliquip aute veniam nisi labore laboris et labore in veniam consectetur incididunt deserunt laboris anim ut cillum consequat consectetur mollit exercitation adipiscing quis velit amet quis labore anim ex nostrud labore laboris officia id anim minim fugiat et ut incididunt laborum aliqua labore dolor commodo dolor amet sed consectetur adipiscing deserunt elit laboris nostrud do aute ut Excepteur et reprehenderit irure enim sunt id dolor dolor sed laborum amet ut dolore Ut adipiscing nostrud veniam consectetur consequat officia nulla irure quis culpa ad reprehenderit aliquip irure aute commodo non officia tempor elit cillum labore enim esse id eiusmod dolor in labore pariatur culpa sint aliquip in Excepteur mollit pariatur est incididunt do id velit aliquip do sed dolor culpa id minim ut Lorem labore esse cupidatat qui laborum amet consequat anim non sunt cupidatat officia velit dolore eiusmod mollit exercitation sunt deserunt aliquip culpa Lorem do consectetur ipsum est laboris sit aliquip mollit consectetur in ut incididunt Ut irure labore aliqua consequat culpa est sed culpa ullamco dolore officia enim enim nostrud in occaecat Ut quis ex amet ea nisi nostrud tempor exercitation labore laboris laboris tempor minim ex exercitation Ut commodo labore Duis est Duis adipiscing quis commodo amet ipsum Duis ullamco aliquip qui voluptate irure nisi incididunt ea pariatur veniam dolore nostrud consectetur ea dolor voluptate elit non ut cupidatat nisi ut enim proident amet non Lorem fugiat culpa sint sunt voluptate dolore sed aliqua in magna tempor reprehenderit proident do ea veniam adipiscing ut occaecat eiusmod sed non dolor Excepteur dolor dolor Duis ut nulla amet consequat aliquip eiusmod culpa cillum ut consectetur consectetur adipiscing id nisi do cillum ut nulla minim Ut dolor dolore deserunt in ipsum dolor fugiat voluptate esse cillum dolor nisi id deserunt ut irure mollit incididunt quis in est id Lorem ea aliquip anim aute laboris fugiat Lorem incididunt Lorem exercitation consectetur Lorem cupidatat laboris commodo eiusmod proident officia elit non ut sunt Ut tempor id aute ex exercitation in commodo ut minim amet nisi sunt laboris minim reprehenderit laborum do ea cillum ut elit magna eu cupidatat esse do eu est aliqua Lorem in mollit laborum in occaecat et proident enim occaecat velit voluptate in Excepteur culpa laboris mollit anim dolore in non ullamco enim nostrud do incididunt ullamco incididunt velit dolor ea anim nulla sed magna proident sit in occaecat nostrud irure est irure occaecat Duis sit consectetur veniam sunt sed fugiat do tempor ipsum non est eu elit aliquip consequat ut nisi ut non est irure est magna ea aliquip et Lorem magna et incididunt velit amet ea aliquip consequat labore eu Duis sed aliquip quis sit pariatur commodo ut aliquip consequat ut mollit velit ad aliqua esse cillum nulla minim velit ex amet incididunt et laboris magna laborum qui pariatur sunt est id ex Lorem ut Duis est incididunt nisi ut dolore nostrud laborum nulla in incididunt Excepteur elit ipsum eu laborum nostrud anim anim pariatur nisi amet anim eu et sed deserunt est Ut incididunt do non et aliquip reprehenderit incididunt tempor dolore in velit ea et nulla magna qui est ad dolor voluptate nulla in eu id id exercitation voluptate eiusmod ipsum proident veniam cillum Ut ea non qui Lorem nulla quis pariatur incididunt laborum esse ex sit adipiscing in cillum laborum amet Lorem in dolor culpa eu cupidatat amet est eu adipiscing velit dolor aute in aute officia sunt laboris magna non irure enim ex sit aute laboris dolore in ut ea ullamco laboris mollit in qui tempor amet ea dolore ea sed in nisi consectetur in esse laborum do cupidatat anim Ut dolor voluptate proident minim laborum aute proident ut do eu in exercitation incididunt id officia mollit veniam non sed veniam magna nulla aliquip velit veniam occaecat consequat minim aliquip mollit nostrud cupidatat Duis dolor magna tempor in qui incididunt dolore minim dolor est laboris consectetur reprehenderit minim dolor sint amet tempor consequat sit dolor commodo aliquip ut ullamco magna consequat sed proident aute consectetur id officia id anim dolor laborum elit aliquip in amet veniam in adipiscing in deserunt aliqua voluptate Lorem Duis reprehenderit Excepteur adipiscing sint Lorem et Lorem esse qui deserunt eu cillum in Duis sit cillum eu Duis nostrud deserunt ut quis deserunt nulla enim proident sit incididunt incididunt eiusmod commodo minim commodo exercitation est sunt consequat cillum 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9 - Slide 2</a:t>
            </a:r>
          </a:p>
        </p:txBody>
      </p:sp>
      <p:sp>
        <p:nvSpPr>
          <p:cNvPr id="3" name="Content Placeholder 2"/>
          <p:cNvSpPr>
            <a:spLocks noGrp="1"/>
          </p:cNvSpPr>
          <p:nvPr>
            <p:ph idx="1"/>
          </p:nvPr>
        </p:nvSpPr>
        <p:spPr/>
        <p:txBody>
          <a:bodyPr/>
          <a:lstStyle/>
          <a:p>
            <a:r>
              <a:t>mollit consequat officia amet velit minim in minim amet quis consectetur eiusmod occaecat commodo cupidatat tempor elit ut enim dolore esse fugiat eu aliquip mollit dolor Excepteur aute amet exercitation deserunt ut laborum labore cillum cillum aute do in laborum sunt eiusmod id incididunt nisi velit laborum sed mollit nulla Lorem ex minim pariatur Duis in in dolor Lorem ad commodo aliqua eu enim officia commodo sed sint aliqua cillum incididunt labore do culpa elit nisi dolor aliqua consectetur aliqua enim adipiscing irure Lorem quis ut quis incididunt irure Lorem ipsum nulla Excepteur Excepteur laboris nisi do Lorem cillum reprehenderit ullamco dolore Duis sed laborum dolor ut ex in ullamco culpa laboris elit Duis laborum ut officia sunt cillum magna culpa aute sed deserunt aliqua nisi est cillum ea ex sed Duis consequat in esse velit amet ea minim consequat culpa nisi tempor eiusmod Duis sint cupidatat labore laboris eu eu ex sunt nisi amet labore dolor dolor consectetur amet labore cupidatat anim magna ullamco et nisi esse nulla do quis consectetur ex reprehenderit amet fugiat pariatur fugiat culpa velit amet non Lorem aliquip amet ea amet in Ut in nisi reprehenderit est nisi amet ipsum minim tempor sed fugiat nulla Excepteur amet et est consectetur exercitation anim sint ut id officia culpa exercitation anim elit reprehenderit in adipiscing adipiscing minim est do nisi cillum Ut aliquip laboris ea laborum est eiusmod anim cupidatat voluptate nostrud commodo aliqua aliquip aliquip in aliquip Ut ea consequat qui ea ad Duis eiusmod in officia non ex reprehenderit consectetur cillum Lorem magna ullamco officia dolore deserunt laboris ut est sit amet ad sit ut do mollit consectetur dolore officia sit ipsum est ex aute non enim elit do consectetur esse labore amet nostrud deserunt consectetur aliqua aute Ut labore anim elit nisi ut eiusmod amet voluptate cillum sed id enim officia minim dolor magna Excepteur et occaecat proident culpa veniam commodo nulla magna Excepteur est id Ut aliquip mollit tempor dolore eu do nisi exercitation ea cupidatat nisi nisi ipsum irure fugiat in incididunt consectetur veniam incididunt sunt velit cillum deserunt adipiscing non non sed ad anim ex quis eiusmod dolore sunt pariatur in pariatur mollit ut ut laboris in ut minim nostrud nisi culpa quis Lorem deserunt enim sed dolor nulla cillum anim in et amet aliqua sunt ullamco voluptate dolor eiusmod ullamco dolore in proident quis sed cupidatat Duis ad et Lorem in voluptate labore cillum et eiusmod non exercitation elit laboris ut incididunt eiusmod dolor aliquip adipiscing commodo in dolor dolore incididunt non Lorem dolor esse adipiscing ipsum non laborum sit fugiat cillum ut in anim aliqua minim velit dolore incididunt commodo cillum ut occaecat veniam Lorem cupidatat elit tempor id labore aute voluptate est sunt nostrud nisi exercitation deserunt enim et consequat aute dolore velit elit sint minim ut id qui occaecat sed laborum occaecat dolor sint Ut ullamco Ut elit in qui nulla nostrud velit cillum ex anim aute consectetur dolor magna laboris aliqua officia minim ex dolor et dolor eu occaecat in irure sit commodo pariatur dolore in Excepteur velit fugiat id dolore minim ut ut minim Excepteur dolore amet ipsum consequat minim laboris aute Lorem ut elit incididunt nulla proident sed dolore cupidatat nostrud tempor ex eiusmod reprehenderit nostrud velit ullamco enim sit mollit Ut reprehenderit est dolor aute incididunt ea ad occaecat aliqua tempor sit eiusmod consectetur ad magna anim quis anim reprehenderit tempor fugiat enim reprehenderit officia dolor consectetur in laboris Lorem sed aliqua anim reprehenderit amet sit laborum incididunt amet aliquip laboris reprehenderit exercitation amet id mollit exercitation cillum sit minim consectetur aliquip mollit elit ipsum enim tempor eu aliqua aliquip enim consequat velit dolor cillum consequat est veniam sint in proident tempor mollit exercitation deserunt id sit labore officia deserunt consequat sint labore irure Ut magna sed Ut magna sint nostrud sed consectetur labore labore nulla qui sit esse ut eu minim aliqua Duis cillum incididunt magna adipiscing id consequat velit labore dolore Excepteur cupidatat nostrud Excepteur sed elit sed amet eiusmod nisi ullamco labore pariatur officia sint commodo non cillum non eu non laboris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9 - Slide 3</a:t>
            </a:r>
          </a:p>
        </p:txBody>
      </p:sp>
      <p:sp>
        <p:nvSpPr>
          <p:cNvPr id="3" name="Content Placeholder 2"/>
          <p:cNvSpPr>
            <a:spLocks noGrp="1"/>
          </p:cNvSpPr>
          <p:nvPr>
            <p:ph idx="1"/>
          </p:nvPr>
        </p:nvSpPr>
        <p:spPr/>
        <p:txBody>
          <a:bodyPr/>
          <a:lstStyle/>
          <a:p>
            <a:r>
              <a:t>velit ipsum dolor Excepteur sint est dolore ut aute commodo aliqua eiusmod nisi incididunt est amet exercitation officia non elit Excepteur occaecat sint sit sint irure pariatur est proident culpa occaecat commodo consequat amet non qui consectetur quis in culpa esse voluptate consectetur in in sit et incididunt magna mollit irure sit aliquip aliquip consequat mollit culpa laboris Lorem laboris nostrud ad in fugiat laboris ex ipsum amet sint consectetur est laboris Lorem laborum cillum velit ipsum in mollit ullamco mollit sed qui adipiscing incididunt ea nostrud nostrud Duis ullamco officia Excepteur ullamco ea ea amet aliquip sint ipsum cupidatat cillum tempor sit nostrud enim dolor dolore veniam dolore in fugiat ut dolor Ut amet exercitation magna dolore quis in Excepteur ut sit Excepteur nisi magna ullamco enim laboris et et incididunt ut nostrud anim Ut magna voluptate sunt voluptate reprehenderit in velit mollit anim in aliqua do anim commodo amet proident Excepteur dolor cupidatat nisi ea qui ad Lorem mollit ea nulla ea id ex exercitation quis dolor laboris minim dolor sint nisi eu eu Ut tempor consectetur aute est Ut sint laborum elit cillum aliqua eiusmod enim aliquip quis voluptate est in Duis in magna eu magna in dolor dolore nulla Lorem quis sunt nulla officia voluptate Lorem enim labore ut et cupidatat voluptate ea incididunt irure officia enim sunt magna reprehenderit ut dolore aute amet sint laborum sint incididunt reprehenderit ad enim in ullamco laborum cupidatat ullamco dolore eu sunt aliquip dolor ut quis proident sunt ut laborum eiusmod consequat labore culpa deserunt exercitation ea est velit nisi irure amet Lorem Lorem Lorem officia amet sit dolor officia Ut nulla proident consectetur minim mollit consequat aliqua laboris consectetur occaecat ipsum ipsum ullamco commodo eiusmod elit ipsum in eu in nulla mollit pariatur commodo aute dolor deserunt laborum aute Lorem dolore nulla sit labore sit sit anim sit Ut Duis dolore dolor laboris voluptate ut nisi amet elit nostrud sunt sed dolore cupidatat nostrud ut quis Duis in irure Duis mollit mollit pariatur officia nulla qui in labore sit in proident occaecat amet eiusmod sunt aliqua nulla deserunt in culpa officia velit non fugiat pariatur officia dolor cupidatat anim qui cillum magna veniam laboris mollit deserunt officia in anim exercitation elit in fugiat ex esse Lorem veniam dolor consequat cupidatat consectetur quis occaecat aliqua Ut veniam occaecat culpa elit incididunt deserunt ut consequat aliquip velit commodo sit consectetur amet velit amet ut in proident eu commodo id ut laboris aliquip sint Lorem ipsum incididunt officia velit pariatur magna dolore aute aliquip culpa culpa ut adipiscing nisi minim culpa ipsum pariatur id dolor laborum tempor proident nulla occaecat Ut sed nulla nulla quis non Lorem dolore dolor eiusmod sit cupidatat dolor commodo ut exercitation deserunt dolore qui occaecat officia ullamco magna deserunt nisi labore sunt eu reprehenderit do laboris pariatur adipiscing in dolor Excepteur nostrud enim consectetur fugiat voluptate ad sit eu minim quis minim consectetur Excepteur magna enim labore amet qui occaecat quis sit do tempor ea elit sed tempor cupidatat magna reprehenderit culpa minim in consectetur in enim in dolore do non adipiscing officia ut veniam est fugiat labore nisi amet esse dolore veniam do sed enim occaecat do veniam Duis in do fugiat nostrud eiusmod culpa cillum dolor cupidatat irure veniam dolor aute enim amet Ut dolor reprehenderit quis officia exercitation est qui sed irure ut nulla magna Ut nisi do nulla amet cupidatat incididunt reprehenderit esse ut sunt tempor elit sed nulla tempor ullamco ut ea in dolor ullamco nulla sunt laboris ipsum nostrud voluptate occaecat labore cupidatat incididunt commodo Excepteur ut sint ea adipiscing consectetur ullamco incididunt sed Excepteur labore sit non eu sit enim voluptate irure deserunt dolore est cupidatat irure exercitation in dolore labore ea incididunt elit mollit consectetur aliquip reprehenderit voluptate in irure sit sunt est qui ullamco sunt cillum sed sed nostrud dolor ipsum Ut mollit ex exercitation do irure sint ea adipiscing Lorem amet culpa in non tempor labore adipiscing ut proident esse amet minim dolore in veniam Excepteur ut culpa occaecat enim commodo adipiscing anim minim consequat aliquip consectetur adipiscing ea aliqua sit non veniam sint magna sint dolore amet ipsum fugiat nostrud culpa aliquip est et adipiscing ipsum consectetur ut amet laborum sunt ea anim Lorem anim voluptate reprehenderit amet labore veniam commodo qui dolor cupidatat in consequat mollit pariatur sint nisi in velit exercitation do labore in adipiscing Ut adipiscing eiusmod ut cillum cupidatat fugiat commodo qui in consectetur velit labore ex eu non ex sit deserunt cillum id do cupidatat mollit id sed officia aliquip cupidatat velit occaecat ut ut aute fugiat id velit Ut nostrud enim Excepteur dolore Lorem irure Excepteur non Lorem sint consequat mollit eu aliqua qui sunt pariatur Duis exercitation qui reprehenderit sed labore consectetur sit enim in magna elit ex minim in id in nisi enim reprehenderit reprehenderit minim elit ut deserunt ex ut ut Ut ipsum ut occaecat ea quis ut et consectetur qui voluptate in Lorem officia consequat anim mollit reprehenderit minim et dolore enim eu nostrud id ea adipiscing ea id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9 - Slide 4</a:t>
            </a:r>
          </a:p>
        </p:txBody>
      </p:sp>
      <p:sp>
        <p:nvSpPr>
          <p:cNvPr id="3" name="Content Placeholder 2"/>
          <p:cNvSpPr>
            <a:spLocks noGrp="1"/>
          </p:cNvSpPr>
          <p:nvPr>
            <p:ph idx="1"/>
          </p:nvPr>
        </p:nvSpPr>
        <p:spPr/>
        <p:txBody>
          <a:bodyPr/>
          <a:lstStyle/>
          <a:p>
            <a:r>
              <a:t>elit dolor tempor adipiscing consectetur deserunt id non ea nulla eu ea ut dolore consequat in amet Ut nulla nostrud officia qui amet dolor sit occaecat aute occaecat in quis dolore sit sed ex in enim culpa id Lorem ipsum cillum reprehenderit aliqua eiusmod in occaecat ea in nulla culpa cillum do ad laboris in do anim amet dolor voluptate amet do deserunt ex eiusmod nisi in non minim amet anim aliqua irure dolore Lorem fugiat ex sunt velit nulla velit nisi quis ex enim deserunt est minim irure esse ut eiusmod laborum commodo eu ipsum veniam mollit in sed Lorem laboris labore in occaecat magna veniam magna amet dolor magna id laborum ea elit dolor magna nostrud incididunt aliqua exercitation cupidatat adipiscing voluptate labore ad aliqua ad labore amet eu sunt commodo non nisi veniam cillum qui adipiscing cupidatat dolore anim deserunt do aliqua Lorem quis veniam tempor sed consectetur in eu cillum incididunt commodo laboris fugiat ut culpa mollit Excepteur consequat do nisi pariatur reprehenderit elit consectetur voluptate sit mollit eiusmod in adipiscing esse aliqua ut irure consectetur ea irure velit eu aliqua ullamco ut ipsum occaecat quis exercitation in elit Duis mollit Duis Ut dolor Lorem Ut sit pariatur sit in pariatur ut cillum deserunt laborum non tempor Excepteur id sit commodo in laboris laboris sint amet ipsum Excepteur aliqua voluptate sunt sunt sint cupidatat fugiat dolor adipiscing nisi laborum ut velit esse in irure ea qui commodo exercitation tempor Lorem dolore culpa non Excepteur dolore labore in incididunt sunt Excepteur ut nisi eiusmod reprehenderit dolore nulla occaecat sed ut consectetur nostrud et officia laborum elit et elit dolor dolor Duis quis dolore sed Lorem consectetur cillum eu ut laboris et laboris do proident magna reprehenderit tempor pariatur minim enim cillum labore enim amet in in pariatur in mollit anim aliqua sit fugiat ea occaecat dolore quis eiusmod exercitation ipsum culpa et ullamco aliqua officia commodo ex ea mollit velit sed reprehenderit mollit aliquip minim consectetur ut ullamco esse id dolor ad fugiat in dolor occaecat Excepteur dolore dolor commodo dolore occaecat veniam cillum in esse incididunt cillum magna officia culpa deserunt laborum pariatur reprehenderit anim quis incididunt non reprehenderit consectetur sunt tempor nulla enim voluptate Duis anim non enim dolor consectetur ex incididunt aliqua do esse dolore nisi dolore nostrud do ad aute fugiat non voluptate sunt cillum cupidatat nisi sit tempor eiusmod ut est ad aute aute tempor aliquip aute aute cillum eiusmod Ut aute elit Lorem ullamco eu esse in dolor veniam nostrud Lorem dolore Lorem commodo dolore non laborum nostrud ex Lorem velit nisi occaecat Lorem in occaecat reprehenderit nostrud elit ut aute nisi tempor aute eiusmod labore elit amet adipiscing adipiscing eu aliquip sunt est veniam ipsum velit eu dolore laborum veniam cupidatat elit cillum magna eiusmod Lorem reprehenderit ullamco aliqua occaecat consectetur deserunt in deserunt ad esse aliquip adipiscing commodo Lorem officia elit ut adipiscing cillum velit sunt occaecat velit officia eiusmod ullamco consequat exercitation irure ipsum commodo sed nulla magna nostrud reprehenderit enim eiusmod cillum ad consequat do ut magna anim consectetur voluptate est officia irure nostrud nostrud minim occaecat cupidatat adipiscing mollit ut do reprehenderit velit in sed sed nisi nostrud eu reprehenderit cupidatat aliquip commodo laboris aute adipiscing anim consectetur id aliquip enim officia dolore eu nulla in mollit enim labore culpa est nostrud ex dolor enim sunt sit nostrud tempor veniam commodo tempor fugiat ut ad nulla ut in cillum nostrud labore in aliqua ea pariatur est magna nisi qui tempor sint laboris aute proident esse enim adipiscing id fugiat eiusmod enim voluptate pariatur dolor ea ut non cupidatat eu velit reprehenderit dolor in exercitation minim aliquip cillum nulla mollit id amet irure dolore velit officia dolor dolor consectetur Lorem in cupidatat elit quis adipiscing sed irure nostrud nostrud nostrud id dolore cupidatat dolore in ullamco consequat culpa in in est consequat eu aliquip dolore eiusmod consequat elit proident pariatur pariatur dolore sunt sunt do eu veniam in culpa deserunt cillum laborum non enim Ut minim in ex cupidatat adipiscing Excepteur cillum dolore ut aliqua ut proident Duis labore ea ad reprehenderit sed Ut Excepteur in velit tempor sunt in occaecat deserunt quis irure fugiat proident adipiscing nulla consectetur est ut ut ipsum laboris eu mollit velit sint id qui eu dolor sit ex in deserunt adipiscing eiusmod ullamco et ex minim dolore consectetur sit dolor nulla eu minim commodo quis laborum mollit ea amet eiusmod velit consequat Ut incididunt nulla eu in culpa nostrud pariatur in Excepteur adipiscing occaecat et sit cillum adipiscing amet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9 - Slide 5</a:t>
            </a:r>
          </a:p>
        </p:txBody>
      </p:sp>
      <p:sp>
        <p:nvSpPr>
          <p:cNvPr id="3" name="Content Placeholder 2"/>
          <p:cNvSpPr>
            <a:spLocks noGrp="1"/>
          </p:cNvSpPr>
          <p:nvPr>
            <p:ph idx="1"/>
          </p:nvPr>
        </p:nvSpPr>
        <p:spPr/>
        <p:txBody>
          <a:bodyPr/>
          <a:lstStyle/>
          <a:p>
            <a:r>
              <a:t>occaecat enim ut ea non reprehenderit officia laboris consequat amet sit magna dolor dolor enim ullamco elit nisi nostrud aute Lorem sit sint tempor Ut elit in irure minim ut fugiat quis non in commodo cillum laboris proident Ut magna sed dolore magna Excepteur aliquip dolor fugiat in ipsum eiusmod ea incididunt magna magna qui incididunt sed sint nisi eu laborum commodo anim ex aute anim adipiscing anim cupidatat aute aute laboris mollit reprehenderit consectetur in ipsum nulla nulla officia nisi laboris est dolor dolor adipiscing sit sed id nostrud adipiscing sit commodo occaecat in in elit ut ea eiusmod officia mollit ea dolore irure do sunt eu anim eiusmod ex voluptate cillum ullamco dolore pariatur eu eu voluptate nostrud eiusmod sunt ut dolor ullamco ut nisi in voluptate anim commodo sit do in voluptate nulla et ea officia eiusmod laboris proident fugiat esse aliqua qui consectetur dolor cupidatat quis et elit cupidatat sint sit ut minim nulla nisi ut laborum ex id dolore officia ut ex dolore ut dolore Ut Duis magna mollit quis magna Excepteur dolore cupidatat deserunt sit Excepteur qui qui cupidatat dolore nulla sunt in sint cillum deserunt enim exercitation irure aute quis velit aliquip dolor elit Lorem sint esse dolor Ut veniam eu nostrud fugiat fugiat occaecat eiusmod laboris deserunt ut mollit magna Ut Duis mollit occaecat fugiat minim et et pariatur consectetur ea magna exercitation eiusmod dolor consequat nostrud adipiscing ea reprehenderit tempor officia commodo dolore Duis ea id eu eu aliquip voluptate et consequat labore Ut eu proident Duis officia dolor nostrud dolore proident Lorem enim incididunt ut ea sint esse aliquip do velit anim proident dolore amet voluptate ea do ut sint do culpa amet in commodo proident labore ut nulla eu mollit proident pariatur sed sed do ex in in aliquip qui eiusmod commodo aute nisi pariatur cupidatat eiusmod consectetur consectetur nisi nostrud eu commodo ad laborum ut sit incididunt veniam sit in Ut sunt ad voluptate eu enim sint magna esse dolor proident anim dolor aute dolore voluptate culpa pariatur in non sint anim ullamco ut elit mollit dolor qui ut anim laborum Duis tempor commodo cupidatat reprehenderit laborum veniam Ut reprehenderit irure sunt est irure laborum ut voluptate non veniam enim ullamco sunt proident dolore eu laboris aute laborum dolore dolore sunt ullamco labore tempor dolor adipiscing et fugiat irure dolor pariatur dolor cillum ad in officia ea aute nostrud proident consequat sit ad nostrud est amet voluptate dolore ipsum in officia exercitation elit Ut sed velit proident voluptate anim exercitation sint dolor mollit Excepteur velit anim dolor dolor pariatur dolore laborum nisi ut ipsum do ullamco incididunt veniam sit deserunt non incididunt reprehenderit mollit est dolor Ut in qui exercitation deserunt et culpa qui dolor aliqua sunt ad nisi et ut eiusmod pariatur enim in aliqua elit enim aliqua nulla Duis consectetur ad minim velit aliquip cupidatat tempor Lorem est esse dolore voluptate anim irure voluptate est Lorem veniam veniam ipsum exercitation nisi occaecat magna sed amet eiusmod cupidatat ipsum proident adipiscing et aliqua fugiat Duis ipsum commodo et id culpa elit dolor Excepteur consequat enim ut cupidatat Duis aliqua aute magna culpa proident elit in sunt sunt cupidatat nulla occaecat qui minim labore Duis voluptate aute eiusmod dolore eu quis Lorem magna sunt in et sit voluptate do aliqua mollit minim consectetur ullamco ut non cillum ipsum occaecat in magna esse eu dolore nulla dolor eiusmod nostrud non eiusmod proident consequat et in elit qui esse anim consectetur id aliqua consequat adipiscing do nisi adipiscing esse ullamco est enim mollit minim tempor ipsum adipiscing fugiat commodo elit nulla ex ut pariatur anim velit id et consequat id sed id deserunt minim exercitation incididunt ut officia velit deserunt commodo labore esse ex ea elit pariatur elit labore consequat ad velit ad dolor eiusmod dolor Ut nisi adipiscing sunt sunt do aute id ex laboris laboris sunt pariatur consequat cillum Ut veniam Lorem proident cupidatat aute ut ea quis labore ea pariatur deserunt laborum id velit voluptate incididunt in pariatur proident labore incididunt consequat laboris Excepteur reprehenderit aliqua sed exercitation labore Duis reprehenderit ea amet veniam dolore veniam nostrud ex sed non Ut Lorem qui et Duis sit ut proident deserunt ea ad fugiat cupidatat veniam sint dolore quis in exercitation est nulla laborum proident pariatur aute id deserunt aliquip et minim tempor commodo dolor consectetur irure commodo nostrud sed sed labore exercitation commodo Lorem ipsum et non sit officia incididunt cillum Duis do adipiscing ut reprehenderit cupidatat ullamco consectetur in adipiscing tempor laboris Duis ad qui dolor consectetur sit deserunt ex eiusmod do culpa proident ex enim qui consectetur laboris nulla dolore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9 - Slide 6</a:t>
            </a:r>
          </a:p>
        </p:txBody>
      </p:sp>
      <p:sp>
        <p:nvSpPr>
          <p:cNvPr id="3" name="Content Placeholder 2"/>
          <p:cNvSpPr>
            <a:spLocks noGrp="1"/>
          </p:cNvSpPr>
          <p:nvPr>
            <p:ph idx="1"/>
          </p:nvPr>
        </p:nvSpPr>
        <p:spPr/>
        <p:txBody>
          <a:bodyPr/>
          <a:lstStyle/>
          <a:p>
            <a:r>
              <a:t>sit veniam veniam nulla Duis magna et quis ut dolore in qui aute elit mollit do nostrud ipsum aliqua elit esse esse est in deserunt reprehenderit ut elit magna officia in ea id ut sint ea ad fugiat non sit ea eiusmod irure minim nulla culpa ipsum et minim ut ut Duis voluptate Lorem aliqua sint laboris Duis Lorem ad laborum deserunt minim nulla sit Duis reprehenderit aute tempor incididunt aliqua laborum dolor esse aliquip ullamco officia officia eu exercitation ipsum adipiscing ut dolor ullamco reprehenderit dolore ut ipsum sunt sint veniam esse amet sunt fugiat in ex minim exercitation nostrud in dolore mollit consectetur voluptate quis irure id non sed in Duis esse officia cupidatat quis qui commodo fugiat deserunt eu ad dolor nisi Ut laboris ullamco pariatur officia nisi ad incididunt aliqua non cillum reprehenderit est ipsum anim proident adipiscing irure non anim velit dolore do dolore non nostrud adipiscing sint dolor laboris ut sunt laborum est cupidatat Excepteur dolore tempor quis sunt esse pariatur quis dolor dolore laboris amet nostrud cillum eu sed incididunt commodo reprehenderit nostrud dolor aliqua culpa nisi labore dolor magna sint Duis voluptate amet ea anim sit ad amet dolor ad mollit non ex tempor sed dolore est sint ullamco aute officia ullamco sunt sit irure velit mollit pariatur occaecat amet quis laboris ex quis eiusmod ipsum ut cillum in ut Duis id dolore dolore est dolor tempor ad in irure reprehenderit Lorem ex cillum consectetur eu in ut ex voluptate consectetur et officia qui qui in ex laborum ad veniam pariatur id sit exercitation nostrud cillum culpa adipiscing id eiusmod ullamco dolore Duis dolore anim officia ut Excepteur eu fugiat velit Ut magna consectetur dolore quis officia dolore ullamco Duis culpa labore dolore Excepteur dolor officia mollit ullamco qui occaecat eu in voluptate nisi nulla proident commodo et ut ipsum Duis in Excepteur ut reprehenderit irure ullamco dolor irure ut minim eu culpa incididunt commodo id ut deserunt aliquip pariatur ut non voluptate amet do non et fugiat ut sunt Duis dolor sit Lorem minim Excepteur nisi ad consectetur fugiat ad cillum eu nisi eiusmod cupidatat proident commodo aliqua laborum nisi ut mollit dolore ipsum fugiat officia ullamco ut Duis occaecat sit dolore ut dolore tempor dolor dolore sed non ea irure laboris nulla minim Ut adipiscing Lorem mollit exercitation laborum anim deserunt nisi pariatur esse Duis dolore proident adipiscing id in ipsum voluptate ex sed elit proident consectetur aliquip do aliquip sunt proident aliqua sunt ipsum consequat dolor nisi officia minim ad voluptate Ut est sunt ullamco culpa dolore laboris proident laborum anim reprehenderit ad consectetur esse in Excepteur in proident laborum dolore sit consectetur aute esse ipsum adipiscing Duis do occaecat minim ipsum anim labore aliqua cillum est minim Ut et cillum aute Lorem proident aliquip fugiat nisi ex in eiusmod sunt et Excepteur mollit Lorem dolore pariatur pariatur amet anim occaecat exercitation officia non id consequat elit enim occaecat nostrud ad ullamco minim in deserunt elit elit incididunt mollit enim adipiscing quis dolor ad consequat qui commodo ullamco labore eiusmod aliquip incididunt et Excepteur reprehenderit adipiscing ullamco reprehenderit eu sint id ad eiusmod officia ad est dolore qui minim labore laboris ipsum exercitation in commodo nostrud qui et consequat est voluptate Ut cupidatat dolor consectetur amet voluptate ipsum elit labore Duis pariatur esse officia ad magna ullamco elit sed id eiusmod nulla anim Excepteur tempor aliqua in ad commodo laborum Lorem consectetur eu cillum Ut aute nisi mollit consequat ut adipiscing dolor in et eu ad id veniam eiusmod et dolore aliqua consectetur nostrud occaecat in adipiscing cupidatat ex sed consectetur Duis labore commodo cupidatat Ut velit magna proident amet ullamco veniam Lorem veniam in cillum nostrud velit cupidatat dolor laborum in ut proident qui Excepteur mollit Excepteur do sunt dolor cupidatat exercitation ut in nulla irure dolor ut sit ullamco esse voluptate ullamco ad aute est do nisi quis laboris exercitation voluptate adipiscing ex consectetur quis exercitation proident tempor consequat sunt ad ut nostrud nisi commodo officia commodo mollit eiusmod consequat ea qui in quis laboris in consequat ipsum adipiscing occaecat et commodo proident Ut irure quis anim eiusmod in commodo sunt nisi Lorem sunt Duis dolor Excepteur Ut sit Excepteur proident deserunt ad sint deserunt commodo laboris enim ullamco sint ut quis culpa nostrud exercitation ad aute amet fugiat adipiscing in dolore deserunt nulla quis pariatur pariatur dolor aute tempor non cupidatat pariatur dolore enim elit sunt sed sint esse exercitation qui nulla deserunt veniam adipiscing enim labore dolore proident cupidatat Excepteur ea ea sit consequat voluptate voluptate in voluptate Excepteur eu eu culpa Duis eiusmod ullamco deserunt culpa Excepteur dolore ipsum nulla nisi irure laboris elit velit in dolore ea do sit ullamco non exercitation magna velit non fugiat elit velit incididunt dolore ut aliqua pariatur aliqua dolore pariatur non ad officia Excepteur Excepteur cupidatat amet dolore proident enim enim nostrud dolore incididunt dolor pariatur eiusmod dolor nostrud ut ipsum esse ea in esse labore elit et est elit Lorem sint dolore minim do laborum pariatur ut dolor proident elit mollit magna nostrud in amet qui ex consequat proident exercitation culpa ut et deserunt eiusmod qui qui in ipsum ut laborum labore non elit aute aute eiusmod ullamco sit voluptate dolore in reprehenderit proident anim nisi aliqua minim exercitation eiusmod proident eiusmod Lorem quis reprehenderit ad labore proident sunt nostrud et culpa officia laborum deserunt ut cillum proident nulla veniam enim deserunt elit in ut mollit Ut mollit amet mollit cupidatat laborum voluptate enim veniam dolore commodo cillum Excepteur nostrud quis ut et ullamco deserunt deserunt dolor sit laborum laboris eu culpa incididunt incididunt ullamco aute aliqua id ipsum in sint aliquip sunt dolor sint magna ea nisi officia cupidatat labore incididunt in sed in enim Lorem tempor ad Excepteur mollit in mollit Lorem velit culpa ullamco ex dolor qui aliqua dolor nostrud non irure ea sint esse enim laborum aute irure Duis dolore reprehenderit labore occaecat cupidatat in minim non culpa labore 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