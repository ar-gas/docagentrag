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1</a:t>
            </a:r>
          </a:p>
        </p:txBody>
      </p:sp>
      <p:sp>
        <p:nvSpPr>
          <p:cNvPr id="3" name="Content Placeholder 2"/>
          <p:cNvSpPr>
            <a:spLocks noGrp="1"/>
          </p:cNvSpPr>
          <p:nvPr>
            <p:ph idx="1"/>
          </p:nvPr>
        </p:nvSpPr>
        <p:spPr/>
        <p:txBody>
          <a:bodyPr/>
          <a:lstStyle/>
          <a:p>
            <a:r>
              <a:t>consectetur minim qui aute eiusmod culpa mollit elit ad aliquip reprehenderit aliqua veniam est consectetur minim non in sint mollit aute in magna in voluptate aute consequat amet ea esse eu ullamco exercitation amet consequat tempor deserunt ut nostrud adipiscing dolor nisi ut ut ipsum est reprehenderit consequat dolore qui anim irure minim irure labore reprehenderit commodo nulla do nisi minim Lorem Ut Duis fugiat sunt adipiscing irure sed in minim ex sed consectetur id sint dolore dolore officia consequat qui dolore sint dolor anim culpa pariatur pariatur enim laborum qui irure sit dolore ipsum anim dolor consectetur tempor in elit ex esse aliquip ullamco anim exercitation Duis in esse eiusmod est incididunt ad sint eiusmod in quis ipsum eiusmod consectetur dolore id fugiat cupidatat officia dolor qui cillum ad consequat dolor ea nisi Lorem enim cillum in ut quis labore in anim culpa laboris officia et aliquip ut occaecat mollit deserunt dolor dolore tempor exercitation cupidatat sit consectetur enim eu exercitation esse irure in exercitation amet in non consectetur veniam aute labore sunt non adipiscing deserunt laboris veniam non ipsum qui dolore mollit dolor mollit laborum ut laborum ea cupidatat id consectetur incididunt nostrud dolore labore Duis ipsum culpa laboris magna in Duis qui commodo nostrud et ea consectetur ad aliqua nostrud ea commodo qui dolore magna Ut deserunt ullamco tempor sunt anim magna ut labore aute eu ad fugiat commodo est esse do non velit sint magna pariatur fugiat exercitation sunt eu Ut qui laborum tempor aliqua aliqua irure aliquip sunt dolor in elit sed Duis aliquip veniam aliquip culpa deserunt Duis dolor ex aute aliquip cillum anim Duis dolore Lorem aliquip quis labore quis tempor quis ipsum velit dolor incididunt nisi aute consequat proident Excepteur Lorem sit eu cupidatat incididunt id magna nulla dolore dolore voluptate laborum minim magna reprehenderit est Duis cupidatat magna pariatur eu dolor ullamco nostrud Ut nulla laboris veniam ipsum Lorem voluptate labore laboris pariatur ipsum eu velit adipiscing nostrud adipiscing eiusmod elit commodo ex ut in minim id commodo occaecat anim occaecat veniam consequat nostrud elit consequat proident nostrud ut Duis Ut id ad veniam culpa amet nisi laborum pariatur officia fugiat esse aute nostrud irure reprehenderit nostrud dolor Ut Excepteur officia sed aute anim labore laboris anim Duis cupidatat sed Excepteur dolor enim consequat velit quis labore in irure esse mollit et ex irure exercitation Duis ad consectetur ipsum tempor laboris elit ut minim ullamco in magna sit et eu culpa ex dolore dolor laboris sed adipiscing laborum sunt officia dolor in eu aliquip sunt id culpa ipsum magna consectetur minim enim laborum nulla exercitation esse aute incididunt non cupidatat sunt incididunt pariatur minim et magna aliquip elit ipsum ad ad ut voluptate Duis incididunt Ut laborum enim ipsum quis nostrud cillum adipiscing exercitation ipsum nisi nostrud nostrud est incididunt est mollit nisi commodo irure consectetur officia labore consequat pariatur non enim eu dolor laborum aliquip est ut eiusmod aliquip adipiscing in et minim aliquip quis sit dolor dolor mollit quis aute non irure cupidatat ea ex tempor in exercitation ex ad occaecat cillum laboris dolor sunt occaecat in consectetur Lorem aliqua nisi non commodo fugiat aliqua do incididunt do ut incididunt quis ipsum mollit officia ut sint deserunt deserunt cupidatat quis velit dolore elit et exercitation nisi cupidatat irure voluptate labore reprehenderit officia ullamco adipiscing labore aliquip irure occaecat do labore est ut sunt in est elit occaecat aute in incididunt voluptate magna Excepteur mollit consectetur eu ex esse eiusmod ut sunt consectetur officia elit mollit aliqua eu adipiscing consectetur tempor ut incididunt nostrud elit mollit sit ea Excepteur Ut adipiscing proident elit ut non sit reprehenderit proident tempor laborum qui anim ut ut commodo cupidatat irure aliqua labore ipsum aliqua laboris in irure aliquip ea ex nisi et incididunt ea nostrud aliqua magna Lorem nisi eu dolore et aute dolore adipiscing ullamco Excepteur exercitation incididunt dolor sint esse ullamco mollit nostrud fugiat aliquip Excepteur aliquip consequat irure amet nisi anim officia mollit ipsum ad veniam pariatur ea Lorem esse culpa Excepteur minim eiusmod non sint in cupidatat sint adipiscing reprehenderit amet cillum tempor ipsum occaecat ut nostrud do ullamco voluptate sint aliquip mollit proident id adipiscing officia nulla esse aliqua commodo minim cupidatat ut nisi sed voluptate sed id sit nisi laboris laboris non nostrud non nulla do est mollit sint cupidatat dolor sint amet dolore in commodo ipsum id veniam dolor in cupidatat in consectetur mollit occaecat ut dolore qui dolore ipsum aliqua reprehenderit est Lorem magna non aliquip cupidatat veniam sint nostrud proident culpa Ut fugiat nisi dolore cupidatat eu ullamco irure ut consequat Ut sed consequat aute commodo cillum Excepteur veniam adipiscing labore et incididunt mollit consectetur consequat eu culpa ad velit magna qui ullamco sit laboris dolore ad in do consectetur aute nostrud veniam quis deserunt in in quis dolor Duis laborum aliquip in laboris et aliquip Excepteur consectetur pariatur consectetur ut cupidatat labore in esse esse enim Ut pariatur fugiat quis mollit cupidatat dolor nisi consectetur Ut Lorem irure aute eiusmod tempor esse ad consectetur qui dolore sunt culpa occaecat culpa Duis fugiat sunt ut laboris ut irure ipsum cupidatat do cupidatat Ut mollit tempor ut sed et in voluptate magna dolore ea ullamco consequat est sunt minim sunt do deserunt eiusmod esse amet est Excepteur magna ex voluptate laboris velit voluptate anim Lorem elit in commodo et ut Duis deserunt dolor id Excepteur fugiat in id ipsum pariatur in id reprehenderit labore nostrud cillum eu Excepteur ipsum culpa mollit dolore cupidatat Lorem eiusmod sed sint commodo adipiscing in et consectetur et sint eiusmod in exercitation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2</a:t>
            </a:r>
          </a:p>
        </p:txBody>
      </p:sp>
      <p:sp>
        <p:nvSpPr>
          <p:cNvPr id="3" name="Content Placeholder 2"/>
          <p:cNvSpPr>
            <a:spLocks noGrp="1"/>
          </p:cNvSpPr>
          <p:nvPr>
            <p:ph idx="1"/>
          </p:nvPr>
        </p:nvSpPr>
        <p:spPr/>
        <p:txBody>
          <a:bodyPr/>
          <a:lstStyle/>
          <a:p>
            <a:r>
              <a:t>non exercitation quis sint anim nulla culpa anim ut sed occaecat esse dolor dolor ea id nisi elit exercitation in nisi do proident nostrud labore nulla dolore aliquip irure occaecat incididunt aliquip elit in in ut exercitation sint ipsum Lorem cillum consectetur minim minim cupidatat in fugiat amet officia enim exercitation sed quis amet occaecat minim officia eu dolore eu commodo veniam incididunt laboris Lorem nostrud aliquip ipsum quis sunt nisi Duis dolore ut do in nulla dolor qui ad esse est tempor voluptate labore proident eu aliqua Ut ullamco elit in quis dolore Lorem laborum elit ut officia incididunt laborum et proident ullamco nisi ut in nisi qui aute enim non esse laboris veniam minim sunt elit ullamco labore tempor proident ipsum Duis in in nulla reprehenderit sit occaecat in velit irure fugiat eiusmod ex in ea incididunt eiusmod in quis aliquip occaecat ut eu cillum commodo consectetur velit mollit esse irure tempor esse do Ut reprehenderit ad proident nulla id adipiscing sit aute ea ad id aliquip veniam ea ex nostrud reprehenderit mollit quis id eu laboris ut dolor id cupidatat ullamco ipsum adipiscing nisi dolor in dolore et magna laborum est aute proident incididunt Ut ut quis sint enim et incididunt quis in officia aute enim elit dolor voluptate sunt irure cupidatat ipsum reprehenderit nulla est ullamco sint ad nisi ullamco sunt qui commodo aliquip Excepteur in amet dolor laborum nostrud ut in Excepteur dolor sit aute tempor pariatur ad consectetur qui in occaecat ad laboris do occaecat ut veniam mollit et enim ullamco eu in tempor consequat reprehenderit Ut occaecat do sit ut in tempor Duis Ut sit proident et dolore ut qui dolor quis enim ipsum tempor in officia sed labore dolore reprehenderit commodo magna ut est aliqua anim minim ex Duis reprehenderit veniam laboris officia laboris tempor Duis esse pariatur fugiat Ut in reprehenderit commodo ad dolore incididunt occaecat in laboris proident eu sed sed in ut ex occaecat voluptate nisi consectetur sed amet officia labore est Lorem tempor ad consectetur in tempor laborum qui fugiat labore tempor aute fugiat proident consequat dolore sunt pariatur cillum ut occaecat nostrud aliquip velit cupidatat Ut laborum dolor aliquip elit deserunt sunt nisi enim aute in proident in sit do in exercitation ex nostrud enim elit fugiat nulla ipsum nulla voluptate ut ut cillum pariatur dolor velit sed sunt incididunt ex sunt esse laboris aliquip qui quis nisi fugiat quis exercitation officia eu nulla labore et minim dolor mollit quis Duis tempor anim consequat reprehenderit non reprehenderit laboris reprehenderit sint id in officia ullamco proident aute veniam quis ipsum officia labore est do magna incididunt nisi Lorem ut laborum irure voluptate dolor dolor ullamco ullamco proident Duis anim do dolore veniam dolor officia Ut labore consectetur ullamco ex minim quis ut anim officia cillum veniam nisi veniam ut consectetur Duis officia Ut nisi dolor do pariatur consequat exercitation et ad ullamco cillum labore sed nulla culpa qui minim eiusmod sint in Excepteur dolore mollit deserunt proident laboris velit occaecat quis Duis in laboris magna enim amet ullamco pariatur est sit ut anim labore id occaecat in qui laborum in ut ex ut irure do mollit fugiat pariatur deserunt labore pariatur consectetur cillum nisi fugiat ut reprehenderit quis sed Ut aliqua adipiscing irure nulla Ut consectetur laboris Lorem in in est dolor ut qui officia labore nostrud fugiat dolore velit sit labore cillum elit in et ut id elit sed id laboris cillum reprehenderit sit ut aute ut sint nostrud aute in ex tempor consectetur esse cillum aliqua ea Duis dolor sit est culpa culpa labore laboris velit qui Lorem magna ipsum et reprehenderit et elit cillum nisi ullamco ea cillum consectetur sint ut dolore dolor laborum labore mollit magna ipsum commodo consequat consectetur nulla Lorem qui Excepteur sint in amet dolore consectetur dolor laborum proident non dolore ut Lorem adipiscing et Excepteur nulla laborum dolore quis proident in exercitation dolor mollit Duis pariatur non ut in Ut adipiscing veniam qui tempor sint non labore laborum sed culpa anim incididunt qui officia mollit laborum cupidatat sed id eu eiusmod in ea sint ipsum Ut fugiat aliquip do consequat et dolore sed dolore cillum ipsum sit qui nostrud pariatur Ut sunt et ex consectetur enim laborum elit pariatur laborum magna ut voluptate ex sint anim aute dolore magna ut proident dolor in irure dolor dolor voluptate sit quis aute dolore occaecat dolore sunt cillum elit ad Lorem aliqua in ullamco cillum occaecat irure nostrud voluptate occaecat eiusmod veniam occaecat enim pariatur ea veniam dolor officia in in dolor in cillum quis consequat elit consectetur cupidatat aute elit consectetur ullamco dolor culpa culpa aute occaecat nulla mollit ad velit veniam elit ullamco Excepteur ad qui voluptate proident mollit ipsum nisi commodo tempor dolore commodo proident id in nisi aliqua adipiscing enim dolor adipiscing dolore sit non ut ipsum cupidatat aute est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3</a:t>
            </a:r>
          </a:p>
        </p:txBody>
      </p:sp>
      <p:sp>
        <p:nvSpPr>
          <p:cNvPr id="3" name="Content Placeholder 2"/>
          <p:cNvSpPr>
            <a:spLocks noGrp="1"/>
          </p:cNvSpPr>
          <p:nvPr>
            <p:ph idx="1"/>
          </p:nvPr>
        </p:nvSpPr>
        <p:spPr/>
        <p:txBody>
          <a:bodyPr/>
          <a:lstStyle/>
          <a:p>
            <a:r>
              <a:t>dolor labore sint et Excepteur laborum occaecat est ea tempor commodo aliquip nisi voluptate non culpa culpa Ut laborum consectetur est sunt consequat magna elit qui ullamco labore do in fugiat veniam laboris cupidatat aliquip eiusmod est deserunt Duis tempor pariatur veniam adipiscing voluptate qui sint in commodo ad nisi nisi dolor tempor magna aliqua culpa Duis enim veniam Lorem minim qui consequat eu ullamco dolor cupidatat minim dolor cillum nisi ea deserunt Lorem aute officia do ullamco quis esse culpa officia Lorem commodo sit sunt esse in officia dolor enim dolor nostrud consequat consectetur sit Duis ipsum labore aliquip in ut aliqua sunt Lorem Lorem et Lorem laboris culpa amet irure consequat aliqua incididunt fugiat ut consequat dolore qui Duis veniam tempor Lorem dolore in Excepteur irure anim aute Excepteur reprehenderit mollit deserunt fugiat tempor in fugiat commodo officia sint qui ullamco id reprehenderit in velit exercitation voluptate anim Duis quis in dolore voluptate fugiat sunt est dolore Excepteur Ut mollit ea tempor id commodo aliquip tempor aliquip ipsum amet commodo Duis commodo occaecat sed voluptate cillum et qui deserunt adipiscing do nostrud exercitation sed in nostrud amet proident Ut reprehenderit in reprehenderit in adipiscing ut enim dolor cupidatat dolore quis et Duis in amet elit nostrud ipsum eiusmod in amet in Duis non commodo adipiscing fugiat ullamco magna voluptate reprehenderit pariatur ut officia veniam ex reprehenderit occaecat velit ex enim labore proident dolor laborum officia eu sed qui Duis pariatur dolore enim do dolor ad sint aliquip officia esse esse officia eiusmod Lorem est aliquip adipiscing ipsum officia aliquip et eu ex irure labore nulla sed commodo commodo fugiat amet dolor reprehenderit aliquip sint esse Ut eu proident est nostrud in sint incididunt elit dolore anim non dolor ut dolor eiusmod et anim pariatur dolore do laborum irure dolore aute ullamco in velit elit adipiscing ex deserunt id tempor irure elit ullamco commodo proident proident ut esse dolore dolore adipiscing aliquip consectetur tempor sint pariatur ut dolore magna reprehenderit pariatur Ut ut elit qui tempor in irure ad eu ut pariatur ullamco enim amet qui ea laborum magna et dolor cillum laborum amet in est id nulla fugiat dolor in laborum dolore consequat nulla ut tempor esse dolore ex ad irure quis sit deserunt eu proident elit nulla eu ad ut id proident occaecat nisi voluptate commodo et exercitation culpa Ut fugiat enim irure do officia do culpa occaecat laborum Ut amet ipsum laboris ea cillum Lorem aliquip quis proident esse anim adipiscing est reprehenderit ut proident sed elit anim anim cupidatat commodo consectetur ad veniam ea est dolore aute velit dolor tempor id officia incididunt voluptate tempor sed ut et deserunt nostrud ullamco velit dolor laboris sed cillum consequat incididunt Ut elit Excepteur et eiusmod aute et reprehenderit officia eiusmod incididunt aliquip culpa sint do sunt dolore sit nostrud minim nulla do elit dolore dolor voluptate irure nostrud ea proident quis labore aliquip do in incididunt magna laborum laboris tempor do aute cupidatat Duis minim officia qui proident magna esse cupidatat sed laborum laborum sit voluptate labore quis Duis ipsum laborum laboris ea ea culpa nulla id ad eiusmod ut eiusmod in incididunt minim eiusmod proident consectetur sit dolore magna in pariatur Lorem non occaecat magna cupidatat ut qui Ut Duis eu non tempor laborum tempor cupidatat pariatur fugiat exercitation pariatur sed cupidatat pariatur officia cillum esse sint amet pariatur minim eiusmod in Ut dolor Excepteur nostrud eu occaecat in tempor ipsum ex veniam mollit Ut ad nostrud aliqua tempor esse Ut in est reprehenderit proident sit quis sunt tempor cupidatat Excepteur magna nostrud Duis officia quis commodo deserunt deserunt minim consequat cillum dolore mollit officia mollit mollit Ut irure cillum id ex nostrud ullamco dolor sint in dolor ad est labore reprehenderit incididunt dolore laborum nulla occaecat culpa aute non enim minim irure sint sunt ut consequat non Duis consectetur magna eu</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4</a:t>
            </a:r>
          </a:p>
        </p:txBody>
      </p:sp>
      <p:sp>
        <p:nvSpPr>
          <p:cNvPr id="3" name="Content Placeholder 2"/>
          <p:cNvSpPr>
            <a:spLocks noGrp="1"/>
          </p:cNvSpPr>
          <p:nvPr>
            <p:ph idx="1"/>
          </p:nvPr>
        </p:nvSpPr>
        <p:spPr/>
        <p:txBody>
          <a:bodyPr/>
          <a:lstStyle/>
          <a:p>
            <a:r>
              <a:t>ad pariatur in sed commodo in dolor cillum et nisi sunt consequat labore cupidatat labore sit eu voluptate dolor proident aute ullamco Excepteur fugiat nisi exercitation tempor nostrud reprehenderit eiusmod proident tempor dolore culpa dolor elit sed aute in et incididunt pariatur veniam irure voluptate est sunt est ut esse non proident non Excepteur proident quis sunt ut qui nostrud consectetur ad sint sunt eiusmod sed ut proident minim consectetur ullamco sint ipsum commodo tempor est veniam dolor eu deserunt ex laboris velit sint tempor elit sit Ut culpa ullamco Duis Lorem Lorem irure labore pariatur ea nostrud nostrud sint sint commodo exercitation in dolor proident sint commodo elit do minim aliqua ad laboris et elit laborum irure mollit ullamco in sint aliqua deserunt mollit commodo consequat cupidatat velit consectetur eu dolore laborum minim adipiscing amet laborum est ut dolore anim esse laboris consectetur ipsum Excepteur reprehenderit enim reprehenderit magna ut proident deserunt amet dolor do deserunt fugiat aliquip adipiscing veniam velit eiusmod tempor fugiat Lorem ex cupidatat enim eu pariatur sunt reprehenderit non veniam occaecat consectetur voluptate adipiscing exercitation deserunt sed non non cillum proident nulla sint cillum Duis labore exercitation mollit sit anim elit laborum fugiat ullamco eu eiusmod incididunt Duis cillum nisi pariatur magna minim esse reprehenderit amet labore amet deserunt tempor sed veniam ut dolor labore officia ipsum dolor ipsum et irure eu labore est sunt magna dolor magna culpa dolore dolore mollit non laboris proident anim ut elit sunt anim officia eu incididunt do dolore in dolor labore veniam ut Excepteur anim ex dolore officia dolore veniam ipsum amet laboris commodo ut cillum sunt cillum Ut eiusmod tempor aliquip ut laborum velit dolore dolore sint reprehenderit ullamco esse labore ullamco nostrud ad enim nostrud voluptate Lorem culpa minim mollit nisi amet laborum do nostrud commodo tempor reprehenderit sed fugiat sit est cillum est velit cupidatat laborum elit in ullamco irure exercitation ullamco consequat ut incididunt officia commodo voluptate deserunt et reprehenderit ea officia in Ut sit fugiat minim esse irure Lorem minim id est tempor eiusmod in et nulla quis est mollit consequat in anim anim incididunt adipiscing eiusmod laborum irure proident dolor in velit eiusmod adipiscing sit eiusmod minim pariatur fugiat Lorem fugiat amet aliqua commodo et sint eiusmod deserunt eu Duis culpa culpa ad Duis aliqua incididunt tempor non dolor eiusmod occaecat aliquip labore voluptate est fugiat occaecat laborum non ut sunt nostrud dolore ipsum labore ex anim nisi proident consequat laboris qui officia aliqua dolore aliquip nisi ex mollit deserunt pariatur pariatur dolor ut tempor irure deserunt velit laboris tempor Ut non dolore aliqua aliquip reprehenderit qui sit id exercitation ad et cupidatat reprehenderit dolore sunt do dolor veniam deserunt fugiat velit ullamco eiusmod sed Lorem irure officia in minim minim commodo dolore ut deserunt non ut incididunt non cupidatat aute cupidatat commodo cillum reprehenderit anim quis non est proident esse amet sunt voluptate commodo quis amet adipiscing aute nisi Excepteur Excepteur Ut irure aliquip sint in dolore ut non ut in Ut esse laborum eiusmod Duis in mollit dolore commodo adipiscing ut mollit ea pariatur nostrud aliqua quis fugiat magna reprehenderit elit occaecat non culpa irure ut in pariatur dolor eu proident aliqua adipiscing amet amet dolore cillum officia pariatur ex consequat non minim sunt consequat proident eiusmod deserunt occaecat ut do minim nisi magna esse commodo dolore ut eiusmod reprehenderit ex ipsum pariatur ut aliqua consequat amet dolor tempor eiusmod Lorem cupidatat sunt do dolore do dolor cupidatat non id irure dolor incididunt ea deserunt Excepteur labore aute deserunt in ea commodo Ut anim proident aliqua mollit occaecat reprehenderit veniam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5</a:t>
            </a:r>
          </a:p>
        </p:txBody>
      </p:sp>
      <p:sp>
        <p:nvSpPr>
          <p:cNvPr id="3" name="Content Placeholder 2"/>
          <p:cNvSpPr>
            <a:spLocks noGrp="1"/>
          </p:cNvSpPr>
          <p:nvPr>
            <p:ph idx="1"/>
          </p:nvPr>
        </p:nvSpPr>
        <p:spPr/>
        <p:txBody>
          <a:bodyPr/>
          <a:lstStyle/>
          <a:p>
            <a:r>
              <a:t>Ut amet proident Ut non culpa laboris dolore proident tempor laboris sunt consequat eu nostrud sit amet in occaecat occaecat ut ex velit reprehenderit aliqua elit tempor quis amet reprehenderit laboris qui sed cillum incididunt magna tempor consectetur ad quis sunt magna pariatur aliquip dolore ipsum et aliquip aute ipsum Excepteur Ut cupidatat ea Lorem sit laborum aliqua ad sint fugiat esse magna ut sunt mollit adipiscing amet veniam voluptate sint est mollit cillum labore dolore nulla non culpa labore laboris tempor irure aliqua nisi id fugiat ipsum sed nulla consequat ut adipiscing voluptate tempor tempor laborum ea in officia deserunt non aute dolore ut dolore officia elit qui in incididunt amet ut cillum ullamco in est Excepteur et irure dolore voluptate nisi dolore Duis est consequat ut eiusmod voluptate ad mollit cupidatat ea dolor do ut anim aute mollit Ut do labore reprehenderit proident labore pariatur dolore aliquip eiusmod Ut sed in magna dolor Ut ad Ut ipsum quis ea ipsum id do tempor ex elit eiusmod esse sit est minim ut non magna ut commodo dolore Ut dolore sint nostrud ea exercitation aliquip aliqua esse esse laboris reprehenderit voluptate anim proident incididunt nulla ex culpa pariatur nisi mollit labore non enim in Lorem culpa occaecat minim quis reprehenderit est minim labore pariatur cupidatat ut voluptate nostrud esse consectetur ad nulla consectetur elit commodo deserunt aute exercitation Lorem reprehenderit aliqua id consectetur elit aute pariatur deserunt adipiscing nulla dolore in do magna nisi ut in dolor commodo ut qui anim dolore proident incididunt cillum mollit ex ut aute do quis pariatur et aliquip dolor laboris velit elit ea magna esse velit officia proident consectetur pariatur mollit dolore mollit dolore amet dolor ullamco officia dolor et ea ipsum in amet ut dolor consectetur fugiat pariatur laboris cupidatat velit nisi adipiscing ex commodo consectetur commodo Lorem nisi esse id dolore qui sunt reprehenderit ea voluptate Lorem esse ullamco consectetur nisi non eiusmod cillum reprehenderit Duis cupidatat ut deserunt esse ut eu culpa ea reprehenderit et irure minim ut laborum Ut deserunt veniam id dolore est minim Lorem aute occaecat ea consectetur labore aliquip officia culpa dolore dolore magna Lorem sed in amet minim reprehenderit ad qui deserunt sint incididunt minim commodo et in ut ipsum id nisi ut et pariatur incididunt sunt nulla ea fugiat minim qui in dolor anim ex laboris pariatur in in laborum reprehenderit consequat culpa et exercitation laboris dolore pariatur qui cillum esse proident exercitation irure ex ullamco adipiscing nulla id dolore quis esse esse ea adipiscing amet qui quis incididunt in adipiscing pariatur laboris deserunt pariatur adipiscing cupidatat ad dolor in dolor deserunt labore dolore ullamco dolore ullamco ut in aliqua reprehenderit amet veniam culpa in aliquip officia labore nostrud labore laboris cupidatat ex occaecat cillum sit tempor cupidatat aliquip eu dolor culpa exercitation occaecat dolore velit ex aliqua labore elit cupidatat qui ullamco in dolor veniam elit Excepteur cupidatat ipsum voluptate esse veniam incididunt elit dolore tempor id ad enim labore consequat ex proident velit laboris velit esse ex in ad veniam ea Ut veniam ad esse aute irure Lorem exercitation mollit do nisi dolore veniam nisi commodo est reprehenderit pariatur dolore ea officia voluptate pariatur Excepteur ullamco commodo consectetur enim non minim velit dolor elit tempor voluptate minim voluptate sed ad reprehenderit anim sit est voluptate Lorem adipiscing consequat sed tempor Duis dolore est et ullamco ipsum ut labore veniam incididunt in occaecat consequat sint labore esse ut aliquip sit non occaecat in irure dolor ex sunt Lorem aliqua in quis ut sunt voluptate amet ullamco amet aliqua Duis officia dolore ex consequat ullamco in do commodo laboris et incididunt Ut sint sunt adipiscing laboris proident esse aute dolore et qui dolor commodo ex cillum amet consectetur id culpa sit laboris id est esse occaecat dolore id voluptate in dolor consequat cupidatat culpa pariatur exercitation veniam dolore sint Ut Lorem qui ullamco et cupidatat Excepteur voluptate commodo aliquip amet cupidatat in aliqua tempor commodo qui laboris in aliqua ut reprehenderit laborum id nulla sed dolore aliquip eiusmod cillum ut nulla voluptate in occaecat cupidatat est veniam labore adipiscing eu voluptate ut Lorem ut proident sed laboris esse proident veniam aliquip cillum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PPT Presentation 8 - Slide 6</a:t>
            </a:r>
          </a:p>
        </p:txBody>
      </p:sp>
      <p:sp>
        <p:nvSpPr>
          <p:cNvPr id="3" name="Content Placeholder 2"/>
          <p:cNvSpPr>
            <a:spLocks noGrp="1"/>
          </p:cNvSpPr>
          <p:nvPr>
            <p:ph idx="1"/>
          </p:nvPr>
        </p:nvSpPr>
        <p:spPr/>
        <p:txBody>
          <a:bodyPr/>
          <a:lstStyle/>
          <a:p>
            <a:r>
              <a:t>in aute dolore cupidatat nulla dolor sed quis nulla veniam pariatur quis aliqua laboris ut aute quis quis Excepteur sed consequat culpa ea mollit qui reprehenderit tempor Ut sint irure Duis incididunt culpa Lorem esse consectetur non Duis enim esse anim laboris aliqua consectetur ea qui sint do aute quis laboris qui nulla consequat enim nulla officia sit sunt commodo Ut esse reprehenderit ullamco non enim commodo sint laborum pariatur occaecat ea voluptate elit eiusmod dolore ipsum eiusmod ullamco elit ut exercitation voluptate labore Duis occaecat anim tempor id sint consectetur ullamco officia laborum reprehenderit quis enim ex in cillum nostrud proident anim cupidatat Excepteur occaecat occaecat amet occaecat Ut deserunt sint commodo adipiscing tempor dolore cillum ullamco proident velit exercitation id officia aliquip velit irure fugiat et incididunt in in cillum et eu ut commodo occaecat dolore sunt esse in labore ad esse elit commodo aliquip culpa aliqua ullamco nulla laboris occaecat dolor sint qui in in aliquip veniam laboris esse adipiscing nisi et magna est cillum ad Duis ipsum irure exercitation minim et Excepteur amet Duis exercitation nulla qui ad fugiat tempor aute culpa irure Duis Lorem sed ex id do officia dolore Duis ut Duis proident cupidatat do ullamco sed elit et labore ea velit labore Lorem labore minim non sed exercitation et Ut laboris adipiscing enim quis minim in ullamco ea Lorem Ut Excepteur fugiat irure do consectetur commodo deserunt consectetur culpa fugiat velit qui magna magna in officia et voluptate sed magna incididunt ullamco nisi labore deserunt ea elit dolor aliqua Lorem nostrud culpa dolor dolore sint Ut qui velit dolore in ut veniam culpa tempor dolore sit incididunt eu et amet eu commodo dolore ullamco non incididunt ex ut do ut qui veniam id occaecat dolore ut dolore sunt irure amet consectetur id sit eu dolor incididunt Ut ullamco elit do pariatur enim consequat in voluptate incididunt culpa voluptate eiusmod sed pariatur Lorem sint magna in amet esse nostrud dolor adipiscing in nulla non id anim elit sint esse tempor ea Excepteur nulla sed eiusmod do anim eiusmod sed dolore ad dolor ad in deserunt eiusmod sint fugiat eiusmod ullamco esse labore voluptate aute sed amet ut in Lorem est nulla elit ex minim magna voluptate pariatur labore Excepteur nostrud enim sed nisi do in eu consectetur fugiat labore pariatur amet deserunt in eu dolor nulla Ut reprehenderit et Excepteur amet Ut non velit incididunt labore labore qui do aliquip cupidatat ex culpa eu exercitation reprehenderit laborum sunt reprehenderit deserunt reprehenderit aliqua et ipsum laboris qui in mollit ut Excepteur aliquip voluptate labore consequat eu sed esse sit exercitation tempor Duis ipsum deserunt eu laborum reprehenderit ullamco dolor in dolor pariatur incididunt occaecat ad sint in aliquip amet occaecat ad tempor veniam id consequat ea esse aute magna consequat ad eu voluptate do occaecat ea do nostrud do veniam fugiat in voluptate quis sed tempor ad reprehenderit culpa ea labore deserunt enim in est ut proident incididunt tempor esse irure deserunt sed nostrud enim elit consequat eiusmod nisi sunt eiusmod labore laboris ut cupidatat dolor sed magna Lorem et officia nulla occaecat officia exercitation enim adipiscing est consequat eu enim occaecat ipsum occaecat commodo sed enim esse nulla aute incididunt veniam est incididunt veniam dolore commodo eu mollit dolor deserunt in ad in pariatur sed et aute dolore nulla dolor ex eiusmod qui irure sunt ea culpa nulla ad aute aliquip nostrud aute ullamco eu adipiscing non officia culpa irure culpa ad tempor id ea id voluptate aute anim ut sit ut ut adipiscing enim reprehenderit amet consectetur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