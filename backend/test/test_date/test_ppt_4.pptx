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4 - Slide 1</a:t>
            </a:r>
          </a:p>
        </p:txBody>
      </p:sp>
      <p:sp>
        <p:nvSpPr>
          <p:cNvPr id="3" name="Content Placeholder 2"/>
          <p:cNvSpPr>
            <a:spLocks noGrp="1"/>
          </p:cNvSpPr>
          <p:nvPr>
            <p:ph idx="1"/>
          </p:nvPr>
        </p:nvSpPr>
        <p:spPr/>
        <p:txBody>
          <a:bodyPr/>
          <a:lstStyle/>
          <a:p>
            <a:r>
              <a:t>anim Lorem sint adipiscing Excepteur esse ea labore magna cupidatat exercitation labore ad culpa ut dolor ullamco id in laborum tempor exercitation do occaecat Duis occaecat amet irure magna eiusmod sit do dolore aliqua cupidatat nisi do ullamco consectetur esse et culpa ipsum aliqua sint laboris amet ad dolor nulla non officia Lorem Duis sint in officia fugiat Duis nisi dolore qui aute ut nisi fugiat culpa dolore incididunt est non ut eiusmod cupidatat in cupidatat quis in dolore Lorem dolore magna Ut ad elit officia nisi anim sunt deserunt voluptate commodo voluptate laborum cupidatat et ea nostrud Lorem ullamco culpa voluptate ut ea sit sit aute Ut ut nulla ut nulla eu est culpa enim est minim aliquip incididunt nulla dolore dolore mollit adipiscing eiusmod Ut elit amet cupidatat sint dolore in exercitation veniam voluptate id velit in sed reprehenderit ea Lorem veniam esse ullamco veniam nisi magna aliqua fugiat est non officia Lorem id irure Ut qui laborum Ut dolor Excepteur esse esse in aute id voluptate sit anim deserunt exercitation ut Excepteur cupidatat adipiscing do velit elit nisi dolore nisi eu cupidatat dolore anim veniam aliquip Lorem voluptate aute do consectetur magna voluptate non non veniam veniam Duis laboris reprehenderit quis quis enim do veniam esse adipiscing et fugiat nulla ut aliquip elit id reprehenderit consectetur anim deserunt nulla anim in et incididunt Ut veniam anim in aliqua dolor tempor dolore velit deserunt aute nisi deserunt quis reprehenderit et veniam cupidatat dolore aute aute nisi incididunt do non labore aute do veniam dolore quis veniam Lorem mollit id adipiscing ut labore pariatur sit do dolor laborum Excepteur anim dolore mollit commodo aute mollit do irure aute dolore deserunt laborum consequat in do non ex enim et veniam Excepteur in cupidatat exercitation ea exercitation ullamco deserunt cillum incididunt ut anim aliquip eiusmod Excepteur Excepteur velit in consectetur id cillum Lorem deserunt tempor consectetur ea minim incididunt dolor est officia veniam sed nisi aute veniam ullamco occaecat elit qui ipsum Duis minim Ut enim in ex ullamco incididunt nostrud id Lorem proident tempor non officia exercitation sunt quis labore est aliqua in ad in consequat cillum tempor exercitation et adipiscing nostrud eu Ut tempor sunt in nulla aliquip aliquip ex quis Lorem in eu commodo cupidatat veniam proident nisi nulla pariatur reprehenderit veniam et dolore eiusmod ex ipsum pariatur laborum amet Ut exercitation in ullamco anim esse in Duis ad cupidatat dolor ipsum ad labore in sed do in ut minim sit pariatur dolor exercitation aute amet officia in sit laborum in sed nisi nulla incididunt ipsum do eu nulla aute in velit exercitation ut dolore sit do incididunt sint ullamco cupidatat commodo dolore qui laboris elit deserunt enim esse ut mollit sint esse deserunt occaecat id cillum dolore irure laboris deserunt irure enim sunt qui elit sint Ut pariatur dolore magna Lorem nisi ipsum tempor mollit tempor dolor eu ea adipiscing sunt in mollit ut consectetur voluptate ut enim ad veniam aliqua quis Ut ut magna deserunt ut eu anim nisi dolor irure non est laborum in est dolore in consectetur pariatur aliqua aute quis id officia et incididunt proident consectetur incididunt minim reprehenderit est id nisi dolore magna in nostrud cillum ipsum exercitation Duis irure eu quis sed nostrud fugiat in mollit commodo consectetur deserunt quis ut culpa ut sed dolor do qui pariatur ut in dolore do commodo enim mollit pariatur cillum incididunt velit sed nisi Lorem velit laborum non dolor non elit labore dolore laboris officia ut aute ex mollit qui dolor laborum dolore ullamco aliqua dolore et sunt cupidatat aliqua anim in quis ullamco mollit amet nostrud irure ea consectetur incididunt irure aliquip sunt nulla Lorem do veniam adipiscing eu id nulla et veniam sit mollit ad consequat officia laboris exercitation officia irure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4 - Slide 2</a:t>
            </a:r>
          </a:p>
        </p:txBody>
      </p:sp>
      <p:sp>
        <p:nvSpPr>
          <p:cNvPr id="3" name="Content Placeholder 2"/>
          <p:cNvSpPr>
            <a:spLocks noGrp="1"/>
          </p:cNvSpPr>
          <p:nvPr>
            <p:ph idx="1"/>
          </p:nvPr>
        </p:nvSpPr>
        <p:spPr/>
        <p:txBody>
          <a:bodyPr/>
          <a:lstStyle/>
          <a:p>
            <a:r>
              <a:t>deserunt eiusmod irure proident et labore sint est veniam dolore irure ut nostrud aliquip veniam dolore dolor proident Ut sunt Ut veniam proident ullamco anim quis in quis Excepteur proident sed aliqua dolor eiusmod proident nostrud ullamco ipsum ex ipsum mollit ex id aliquip cillum cupidatat nostrud minim qui in fugiat fugiat irure incididunt ut et occaecat in deserunt enim Lorem aliquip aliqua id labore consequat consequat dolor consectetur consequat qui eu amet ut velit dolore enim sunt enim officia esse cillum consequat laboris velit labore aliqua mollit nulla aliqua deserunt tempor in est ea ut dolore ullamco mollit nulla consequat culpa et occaecat mollit deserunt et in nostrud do amet irure ut tempor amet occaecat id esse ea in ex anim sed consectetur ut in esse enim veniam aliqua exercitation in do in exercitation pariatur ea minim laboris pariatur eu veniam consequat est laboris incididunt pariatur id labore in incididunt est enim dolor minim Ut in sint Duis ex tempor Ut Ut occaecat officia nisi quis sit eu sit enim cupidatat eiusmod consequat incididunt adipiscing occaecat ipsum tempor esse Excepteur consequat ut adipiscing ut Excepteur irure sit consectetur incididunt nisi ipsum consectetur ipsum occaecat do Duis pariatur anim Duis laborum et ut incididunt occaecat laborum non non in elit eiusmod proident magna quis cillum esse consectetur enim ipsum fugiat esse qui sint eiusmod magna culpa consectetur aliquip voluptate sit commodo do nisi esse Excepteur eu fugiat sint velit consectetur cupidatat eiusmod Duis sed et aute nostrud dolore quis Excepteur exercitation tempor laborum reprehenderit dolor amet nostrud adipiscing ut ut sed culpa elit minim sit ex Ut veniam eu ipsum non Ut ex laborum occaecat tempor aliqua nisi et ea quis non labore eiusmod laborum labore cupidatat velit elit dolor reprehenderit veniam in aliquip dolor qui officia velit incididunt Excepteur Lorem proident in in fugiat ipsum consectetur proident sint cupidatat nisi cupidatat Excepteur velit ipsum sunt aliquip anim commodo laborum aute ipsum in ut dolor reprehenderit ipsum consectetur commodo dolore minim sed et laboris enim dolore minim culpa dolor Excepteur Lorem aliquip laboris sunt eu sit est in ipsum reprehenderit Excepteur sed aute non pariatur Duis voluptate labore dolor proident dolor proident culpa dolore ex cupidatat laboris enim laboris ullamco do adipiscing dolor magna sunt Excepteur enim adipiscing Ut incididunt magna sunt non cupidatat adipiscing aute culpa aute occaecat quis nisi aliquip nulla incididunt enim aliquip consequat ex nisi sit et Lorem ad exercitation dolore proident ipsum cillum veniam pariatur aliquip ex pariatur enim quis irure sunt labore ut dolor veniam consequat sint consequat tempor proident non occaecat mollit ad ut veniam fugiat dolore aute culpa officia quis anim dolor et nisi exercitation ullamco anim aliquip pariatur ea in esse non cupidatat in est adipiscing do Excepteur do non mollit dolor cillum sint aliqua voluptate nisi fugiat id nulla amet fugiat ut esse ullamco proident proident dolor culpa labore amet in incididunt adipiscing officia enim non cupidatat qui consectetur officia minim fugiat laborum veniam Duis aliquip Excepteur et dolore consectetur voluptate dolore elit ut exercitation nulla pariatur esse enim dolore in consectetur ut Duis exercitation fugiat sed occaecat nulla consectetur ut tempor dolore sint do veniam sunt in fugiat cupidatat ipsum magna ut ad labore sed id nostrud enim id veniam fugiat esse reprehenderit commodo nulla dolore enim sint exercitation sit et ea et ad reprehenderit ad est ut ex tempor qui eiusmod dolor non ullamco dolor anim qui tempor dolore voluptate nostrud Ut commodo nisi et culpa aliqua consectetur in mollit ut sint quis magna nostrud laboris commodo irure enim laborum culpa Excepteur qui ut ad sed deserunt et eiusmod adipiscing labore enim adipiscing in adipiscing elit nulla in dolor est cupidatat ipsum proident Lorem Duis quis eiusmod occaecat aliquip qui id reprehenderit consequat deserunt est consequat ut in deserunt voluptate ad ex esse proident Ut nulla elit in eiusmod occaecat ut quis incididunt exercitation culpa ut nisi velit amet commodo incididunt cupidatat irure aute laboris veniam minim tempor enim cupidatat fugiat aliqua ex eiusmod laborum ut deserunt proident ex ipsum ea officia Ut adipiscing eiusmod ex ut labore aute id commodo cillum sint sunt magna esse irure ut non est voluptate cupidatat incididunt anim qui Excepteur quis commodo sit quis sunt culpa sint fugiat incididunt Excepteur Lorem non Lorem sint fugiat mollit commodo Lorem dolore nisi magna aute est veniam ex culpa fugiat velit Ut magna fugiat proident aliquip ad aliquip irure officia sunt cillum in incididunt eu mollit in nisi Ut officia magna proident officia qui exercitation nisi aliquip est tempor Excepteur occaecat laborum commodo cillum culpa veniam in incididunt proident amet elit enim esse pariatur dolore dolore eu Ut cupidatat consequat laboris laborum sed adipiscing minim et proident nisi irure in exercitation Ut Duis deserunt ipsum dolore in ipsum anim dolore incididunt ullamco culpa ut laboris id labore tempor ut et dolore consequat in laboris et ad culpa id consequat do dolor pariatur incididunt magna culpa mollit in aliqua veniam aliquip minim minim do veniam sint do ullamco fugiat sint fugiat id deserunt sed dolor est amet commodo nostrud eu culpa pariatur sed culpa nulla veniam sint aute labore adipiscing Duis esse proident et laboris Excepteur do minim est magna est ad Lorem occaecat dolore magna aute sed enim consectetur aliqua elit Excepteur adipiscing officia voluptate ad quis cupidatat ea amet est tempor aliqua in consectetur proident in ex in cupidatat exercitation non ullamco amet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4 - Slide 3</a:t>
            </a:r>
          </a:p>
        </p:txBody>
      </p:sp>
      <p:sp>
        <p:nvSpPr>
          <p:cNvPr id="3" name="Content Placeholder 2"/>
          <p:cNvSpPr>
            <a:spLocks noGrp="1"/>
          </p:cNvSpPr>
          <p:nvPr>
            <p:ph idx="1"/>
          </p:nvPr>
        </p:nvSpPr>
        <p:spPr/>
        <p:txBody>
          <a:bodyPr/>
          <a:lstStyle/>
          <a:p>
            <a:r>
              <a:t>nostrud labore ut velit velit cupidatat amet laborum ut velit qui officia cillum quis id reprehenderit consectetur enim in in sint eu aute dolor voluptate do occaecat deserunt officia exercitation proident eiusmod eiusmod cillum qui ad cillum esse consectetur culpa aliqua nostrud enim non cupidatat cupidatat non esse aute eiusmod qui id culpa incididunt deserunt sed reprehenderit in do Duis cillum id consequat ipsum quis non minim qui mollit eu sed Lorem Lorem deserunt exercitation qui mollit eiusmod in enim aliquip est proident consectetur quis dolor fugiat ut eu in amet qui tempor est ipsum eiusmod id exercitation labore nulla ullamco non occaecat non nulla mollit laborum nostrud cillum eu ea ex elit minim sit amet anim nisi aliqua dolore fugiat qui ullamco non pariatur deserunt anim laborum eu quis ea aliqua anim velit velit Excepteur occaecat aliquip Lorem ullamco officia officia ut exercitation elit enim incididunt id ex occaecat nostrud magna sit proident ea nulla anim nisi cupidatat Excepteur consectetur elit aute pariatur sunt enim ut sunt commodo velit Excepteur esse pariatur veniam deserunt ad labore dolor labore deserunt quis adipiscing est nostrud esse esse id fugiat dolore culpa occaecat magna consequat esse consequat elit qui in ea proident anim consequat ad incididunt proident veniam consequat culpa deserunt in culpa sunt Lorem et dolor irure eu nulla id ad commodo adipiscing velit reprehenderit magna in et proident ut magna officia exercitation minim aute velit nisi Lorem culpa amet consequat anim elit consequat nulla consequat qui nulla in velit elit in do incididunt proident occaecat qui minim deserunt eiusmod aliqua cupidatat aliquip fugiat aliquip aliquip et adipiscing anim in deserunt quis et elit ad laborum cillum reprehenderit eiusmod aliquip quis laborum sint exercitation reprehenderit eiusmod commodo mollit consequat sint laboris ad consectetur tempor dolor occaecat culpa labore aute Duis Duis anim incididunt dolor voluptate dolore officia quis nisi aliqua culpa cillum Lorem aliqua aliqua occaecat commodo dolore ut incididunt eu proident mollit mollit eu nisi nulla deserunt magna dolore in consectetur consequat mollit aliqua nulla sed consequat Excepteur exercitation aute sunt ut proident reprehenderit in ipsum ad irure reprehenderit non nostrud laboris culpa Excepteur adipiscing consectetur dolore reprehenderit ex magna non eu est dolore labore cupidatat adipiscing proident mollit ea laborum ea Lorem deserunt commodo et incididunt Lorem ea ex consequat ea Duis nostrud dolore eu velit consectetur aute ut sed sunt magna do nostrud nulla ullamco adipiscing nisi do pariatur culpa sed Duis voluptate officia officia cillum aute mollit labore elit anim incididunt ullamco sint veniam consectetur eu nostrud Excepteur aliquip Lorem id nisi dolore occaecat incididunt elit laborum dolore ut sit nulla in eu nostrud voluptate ea proident sunt elit consectetur quis sit et sit occaecat sit in anim amet cupidatat ad occaecat et quis ex aute mollit Lorem enim consectetur eiusmod eiusmod consequat sit non amet sed ea minim in laborum id tempor non do sunt in dolor nostrud laborum amet esse in incididunt officia id eiusmod incididunt in dolor ad consectetur culpa adipiscing nisi ipsum deserunt ullamco consectetur quis aliquip ullamco est ex fugiat fugiat reprehenderit sint voluptate do aliqua non qui dolor consequat pariatur dolore occaecat consectetur in fugiat tempor id do irure Duis tempor voluptate velit ipsum nisi ipsum laborum aliquip mollit in anim consectetur consequat reprehenderit deserunt amet consequat ad pariatur qui occaecat dolore mollit deserunt reprehenderit eu esse ut ut ea amet ad aute ut ipsum dolor laborum laborum incididunt ipsum culpa culpa sint in labore minim qui ut voluptate dolore consequat laboris aliquip deserunt aliquip minim dolore sit exercitation commodo id anim dolore qui in voluptate ad magna dolor irure esse et ea ut tempor nulla Ut dolore culpa id exercitation deserunt aute eiusmod minim Duis in Duis nostrud in ad aliqua ipsum magna laborum incididunt sit culpa adipiscing reprehenderit velit nulla ex Ut minim cillum cupidatat id aliqua Excepteur dolore enim in dolore ut irure deserunt Ut sunt sit veniam officia eu quis aute et officia consequat laboris enim nostrud dolor est sed mollit ea laboris fugiat nostrud in laborum commodo sit laboris dolor laboris anim ut consequat veniam nisi voluptate amet cillum do pariatur fugiat qui dolore cillum incididunt nostrud deserunt eu sint aute cillum magna mollit cillum laborum laborum qui in anim nisi eiusmod esse ex reprehenderit dolore fugiat deserunt enim sit velit adipiscing laborum tempor quis sint velit in consectetur sit irure aliquip sed do ad non sunt exercitation do ex ut non officia laborum laborum commodo elit aliquip laboris quis nulla aliqua non dolor ut reprehenderit occaecat proident labore Ut aliqua esse velit sed dolor irure non labore proident amet consequat commodo sed minim in dolor Ut amet mollit dolore Lorem exercitation dolor occaecat dolore reprehenderit culpa ullamco sint est ad magna Excepteur nisi aliquip exercitation reprehenderit reprehenderit minim ullamco mollit tempor ullamco laboris et aute cupidatat elit adipiscing dolore ex non dolore ut Duis do laborum ullamco voluptate pariatur enim fugiat magna cillum dolor incididunt cupidatat pariatur eiusmod aute cupidatat occaecat irure Excepteur fugiat ut eiusmod mollit deserunt non ut dolor ut sunt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4 - Slide 4</a:t>
            </a:r>
          </a:p>
        </p:txBody>
      </p:sp>
      <p:sp>
        <p:nvSpPr>
          <p:cNvPr id="3" name="Content Placeholder 2"/>
          <p:cNvSpPr>
            <a:spLocks noGrp="1"/>
          </p:cNvSpPr>
          <p:nvPr>
            <p:ph idx="1"/>
          </p:nvPr>
        </p:nvSpPr>
        <p:spPr/>
        <p:txBody>
          <a:bodyPr/>
          <a:lstStyle/>
          <a:p>
            <a:r>
              <a:t>in ea culpa do sunt proident quis ea aliquip ad adipiscing nostrud laboris nisi occaecat pariatur dolor Duis dolor nostrud ea officia ut do ullamco id laboris enim culpa velit officia aliquip sit sint qui non occaecat qui ipsum in ad dolor aliqua pariatur sunt voluptate dolore id velit commodo eu reprehenderit tempor commodo dolor dolore ea magna ullamco qui nulla veniam consequat incididunt consequat dolore nisi ad dolor sunt Ut velit consequat sint Excepteur deserunt irure eu labore ad eiusmod Lorem consectetur minim amet dolor ex dolore culpa aliquip fugiat eu amet elit culpa sit in est sed ipsum do laboris cillum tempor exercitation commodo tempor tempor voluptate Ut officia in occaecat do fugiat sit culpa quis quis qui do qui tempor laborum ut laboris irure dolore pariatur consectetur incididunt in ut fugiat qui in irure minim est laboris esse ipsum enim sit proident incididunt tempor velit occaecat adipiscing deserunt quis aliqua cupidatat amet non ut sit laboris in fugiat ipsum cillum magna enim dolore incididunt quis in velit mollit qui et dolor tempor velit veniam ullamco cillum anim in deserunt labore laborum officia commodo tempor occaecat exercitation sunt ut consectetur aliqua occaecat velit Excepteur culpa nisi enim officia qui non qui id quis laboris Duis ipsum Excepteur sint eu magna sed anim est est in occaecat dolore veniam enim tempor cupidatat tempor tempor aliquip exercitation eu aute laboris tempor aute id adipiscing consequat Lorem in qui ea Ut elit cupidatat reprehenderit eiusmod cillum in exercitation eiusmod sit id Excepteur ad proident eu nostrud est elit Lorem incididunt mollit laborum esse do est Lorem minim in tempor ut dolor qui magna Lorem eiusmod minim ullamco ipsum velit anim ut enim aliquip adipiscing velit consectetur mollit ad do veniam nostrud sunt magna sed irure magna do proident ut ut dolor in ullamco do ex dolor aute aliquip sit aute anim nisi ut Lorem eu magna occaecat officia ex pariatur do nisi cupidatat qui minim dolore laboris exercitation est aute magna velit dolore aute deserunt ea tempor pariatur magna ad dolor amet et magna officia sed in qui commodo in ad nisi esse mollit labore elit incididunt consectetur Excepteur in cillum qui culpa in ut nostrud dolor Duis dolor deserunt fugiat sed eu reprehenderit reprehenderit fugiat sunt non reprehenderit dolore tempor dolor ex eiusmod Ut in proident enim Excepteur voluptate irure pariatur ut deserunt dolore ex est proident nostrud amet eiusmod elit ea officia exercitation nulla laboris amet aliqua laboris ut et eiusmod proident in quis exercitation mollit ea dolore Duis deserunt do non ut cupidatat occaecat nostrud dolor ad anim Ut et fugiat aute occaecat in officia Ut incididunt eiusmod veniam nisi ut non deserunt consequat nostrud id Lorem proident dolore ullamco veniam quis Excepteur elit in qui incididunt dolor exercitation ex id sunt ea et ut ad nisi voluptate voluptate do dolore nulla commodo pariatur et id enim dolore in reprehenderit laboris elit non incididunt in ut sint mollit sunt do enim fugiat proident reprehenderit nisi in sint dolore fugiat in magna voluptate mollit ut tempor culpa incididunt est Lorem amet Duis velit Ut eu culpa nostrud aliqua est velit eiusmod eiusmod in dolor consequat do aute ullamco commodo Excepteur incididunt laboris ullamco officia eiusmod qui ea laborum dolor ea occaecat aute elit eu tempor ex do consectetur id quis laborum ea elit pariatur ad laborum magna labore Duis eiusmod in magna officia ex consequat eiusmod incididunt consectetur qui deserunt non exercitation dolore in nulla cupidatat elit in nulla dolore proident dolore adipiscing Duis ex elit magna enim commodo minim laboris proident proident voluptate dolore amet elit ipsum Ut quis consectetur velit adipiscing fugiat ipsum amet esse occaecat aliqua in nulla aliqua sed quis incididunt enim in sit aute deserunt et deserunt non ex sunt in ut sint sit esse Excepteur ea ad in in quis dolor veniam incididunt amet laborum consequat velit incididunt cupidatat id qui dolore laboris officia incididunt dolor nisi eu incididunt laborum Ut nisi in sint aliquip non labore veniam elit sint dolor id deserunt dolor velit aute aute ex sit non voluptate laborum sit reprehenderit in labore et mollit cillum laborum ut dolore qui adipiscing ut dolor nostrud aliquip in commodo cupidatat adipiscing cupidatat dolore velit ex eiusmod dolor in et nisi aliquip est in sed minim ullamco voluptate laboris Excepteur enim quis cupidatat in ut anim aliqua irure dolore labore aute reprehenderit tempor sint culpa Duis nulla Ut magna ullamco tempor elit magna mollit proident ad culpa est dolor est nulla reprehenderit incididunt Duis officia cupidatat ex pariatur sed sunt dolor tempor occaecat ut labore tempor ex et laboris mollit sint fugiat pariatur est ullamco ad sunt labore incididunt aliquip in cillum voluptate qui Duis ad Excepteur quis enim in enim tempor esse ullamco ea aliquip nisi irure sint mollit non ea eiusmod esse minim quis amet ea in deserunt Ut eu Ut ullamco Excepteur voluptate occaecat ad officia laboris velit proident enim exercitation dolore nulla do ut laborum quis ex aliquip tempor incididunt amet proident veniam dolore minim consequat ipsum Lorem culpa enim Lorem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4 - Slide 5</a:t>
            </a:r>
          </a:p>
        </p:txBody>
      </p:sp>
      <p:sp>
        <p:nvSpPr>
          <p:cNvPr id="3" name="Content Placeholder 2"/>
          <p:cNvSpPr>
            <a:spLocks noGrp="1"/>
          </p:cNvSpPr>
          <p:nvPr>
            <p:ph idx="1"/>
          </p:nvPr>
        </p:nvSpPr>
        <p:spPr/>
        <p:txBody>
          <a:bodyPr/>
          <a:lstStyle/>
          <a:p>
            <a:r>
              <a:t>ut dolore ut adipiscing labore quis in eu est laboris deserunt Excepteur anim in eiusmod labore occaecat sit sunt culpa laboris Ut est fugiat labore dolor cupidatat sit aliquip dolore aliquip qui adipiscing fugiat occaecat Lorem laborum amet eu fugiat cupidatat velit dolor sunt dolore officia officia eu anim do cillum in dolor in dolore veniam non labore quis magna sed officia ea sunt irure pariatur non dolore qui irure mollit reprehenderit laborum Lorem elit consectetur non consequat ipsum pariatur dolor ex ut est fugiat sint deserunt sunt eiusmod consequat esse ea aute dolore magna laboris est adipiscing nisi exercitation pariatur velit aute et dolore irure enim amet nisi Lorem aliqua non commodo id incididunt aliquip enim Duis ipsum dolor minim esse aliquip aliquip do id dolor ullamco elit qui ad minim sint velit in cupidatat sint nulla id nostrud qui ipsum ad commodo sit enim esse in velit fugiat deserunt dolore nulla adipiscing dolor tempor ut Lorem ea enim aliqua consequat occaecat in dolor eiusmod aute aute pariatur aliquip non ea ipsum irure laborum aliquip ea officia dolore laboris consequat exercitation adipiscing veniam anim laboris exercitation amet ullamco dolore sit in ipsum minim aliquip ad ex dolor amet labore do sint ad enim mollit ullamco ex quis cillum elit elit commodo aliquip occaecat voluptate fugiat dolore minim ea quis commodo laborum qui ex tempor et ad magna Lorem nisi cillum eu occaecat cupidatat in cillum mollit dolore dolor id velit ex occaecat qui velit Ut minim pariatur enim esse consequat minim occaecat mollit pariatur dolor ullamco enim elit commodo Excepteur sint Lorem dolore deserunt qui dolore elit exercitation culpa incididunt mollit Excepteur id magna aliquip dolor velit aliquip et Lorem cillum id tempor Ut aliqua exercitation Lorem nulla ut amet laboris tempor non commodo sed in ea laboris pariatur enim anim ad aliquip ut quis do exercitation ut incididunt proident Excepteur anim eu Lorem occaecat dolor ad pariatur quis enim anim velit ullamco dolor in do est anim proident adipiscing velit consectetur reprehenderit mollit aliqua in in est quis sunt deserunt in labore minim velit dolore ut sint nisi sit incididunt minim id adipiscing enim sit deserunt laborum minim ipsum veniam sunt minim laborum dolor sunt eiusmod in ullamco fugiat est quis consectetur Ut in nostrud qui enim sunt minim aute pariatur cillum Lorem id non non in cillum officia aliqua adipiscing eiusmod enim eu sit qui aliquip sed labore et fugiat et fugiat Ut quis in dolore sed anim reprehenderit labore pariatur culpa dolore dolor voluptate ipsum quis ad ea pariatur nulla Lorem et aliqua officia ad magna cillum Ut proident culpa officia aliquip non Duis incididunt dolore tempor aute do do deserunt tempor do do dolore labore veniam ut labore ex elit culpa non sunt culpa ea nostrud officia laborum anim deserunt tempor ut est fugiat est dolore veniam magna do et et qui elit laboris consequat exercitation non et dolor dolore in reprehenderit laborum Ut sed non fugiat aute amet dolore Excepteur irure deserunt commodo eiusmod nulla consectetur pariatur et pariatur do quis anim voluptate amet exercitation Excepteur elit in aliqua deserunt amet ex officia dolor eu officia nostrud do enim cillum in eiusmod et officia nisi dolor sint irure dolore sit incididunt dolor in ut reprehenderit ut nisi sit consequat voluptate Excepteur laborum ipsum voluptate minim consequat minim ipsum velit dolor est dolore officia veniam quis ut voluptate Duis consectetur amet ut anim incididunt veniam incididunt sed tempor eiusmod fugiat commodo irure cillum aliqua Lorem adipiscing fugiat irure non ea sint tempor sit non reprehenderit ipsum Excepteur et dolore dolor adipiscing labore eu qui id nostrud magna aute sit aute cupidatat Lorem esse officia in in id et esse occaecat occaecat do aute fugiat anim eu laborum est deserunt aute veniam pariatur ut amet nulla ex dolore commodo mollit eiusmod ut amet anim proident qui voluptate ea est tempor aliquip eiusmod exercitation Lorem ut Ut ut non anim ut eiusmod dolore cupidatat Ut in amet labore elit proident eiusmod ad occaecat eiusmod Ut dolor ad occaecat fugiat exercitation esse ipsum elit mollit tempor adipiscing ut nostrud minim dolore sed ut tempor commodo labore commodo velit consectetur consectetur laborum ea consequat quis Duis consectetur ipsum nisi dolor ex labore enim do ut id amet velit proident sit in amet sed ad qui ut aliqua adipiscing dolor ut dolore cillum aliqua nostrud in pariatur enim minim anim Ut nulla magna nulla sunt laborum Duis aute eiusmod incididunt ad in laboris sit ea exercitation dolore Excepteur aliquip reprehenderit minim enim ea mollit adipiscing irure Duis laboris irure Excepteur ad consequat velit sunt eu esse nisi est in adipiscing ad est enim irure anim enim enim quis ullamco sit in qui Duis id magna laborum in incididunt adipiscing do reprehenderit Ut ea quis est nostrud quis eu amet qui do irure dolor consectetur commodo sit labore id quis consequat nulla nisi sint sint voluptate cillum quis sint veniam aute ut consequat est voluptate do aliquip et exercitation est Duis fugiat eiusmod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