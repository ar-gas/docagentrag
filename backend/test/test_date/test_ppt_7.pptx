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7 - Slide 1</a:t>
            </a:r>
          </a:p>
        </p:txBody>
      </p:sp>
      <p:sp>
        <p:nvSpPr>
          <p:cNvPr id="3" name="Content Placeholder 2"/>
          <p:cNvSpPr>
            <a:spLocks noGrp="1"/>
          </p:cNvSpPr>
          <p:nvPr>
            <p:ph idx="1"/>
          </p:nvPr>
        </p:nvSpPr>
        <p:spPr/>
        <p:txBody>
          <a:bodyPr/>
          <a:lstStyle/>
          <a:p>
            <a:r>
              <a:t>id ipsum consectetur do deserunt laboris dolor eiusmod voluptate exercitation eu Duis Duis mollit in proident Ut enim deserunt Excepteur esse est incididunt eu Lorem consequat in dolor et exercitation dolor anim nostrud in velit irure ullamco minim mollit eu et cillum consequat in incididunt occaecat et voluptate aliqua Lorem voluptate proident magna adipiscing velit esse in in ex consequat qui sit amet adipiscing tempor proident veniam culpa incididunt dolore ipsum consequat esse ut aliqua aliqua officia exercitation eiusmod anim ad ex veniam eiusmod ad occaecat proident Duis ullamco tempor adipiscing ipsum dolore anim irure sed in adipiscing dolore ipsum Ut aliquip sed in pariatur ad Duis adipiscing anim consectetur ad anim Lorem et minim id non minim ut sint tempor minim fugiat minim veniam nulla nisi ipsum enim pariatur adipiscing voluptate laboris irure Lorem id proident in velit irure cupidatat Excepteur elit labore dolor sint ex magna fugiat adipiscing esse ad dolore laborum in eu commodo cupidatat do Excepteur dolore et culpa laboris cillum Excepteur est dolore in laboris ut sed esse labore irure sint aliquip commodo et enim Excepteur cupidatat dolor magna adipiscing pariatur tempor in esse ut exercitation est aliqua reprehenderit eiusmod in dolor sit eiusmod mollit ex mollit ut id aute deserunt ut occaecat ea consectetur nostrud sunt aliqua eiusmod sunt consequat Lorem nostrud laborum reprehenderit elit dolor laborum in eiusmod enim do magna eiusmod minim dolor sed minim dolor velit consectetur velit quis adipiscing consectetur fugiat sed labore veniam sint commodo amet cupidatat culpa dolor anim laboris proident voluptate cillum voluptate reprehenderit enim veniam dolore in nulla dolor proident incididunt nulla anim reprehenderit minim sunt deserunt magna commodo sunt consequat et consectetur fugiat proident nostrud magna tempor ex consequat laborum dolore officia sed non commodo id voluptate do esse Excepteur minim occaecat incididunt in ad laborum proident Duis esse cillum incididunt est laborum do adipiscing non voluptate veniam labore et quis officia ea Ut irure officia proident nulla aute dolore dolor non Excepteur ad et aliqua occaecat velit amet do minim non esse Ut do mollit eiusmod eu sit ullamco in fugiat ea dolor nulla nisi adipiscing deserunt dolore minim consectetur aliqua consequat aliqua occaecat laborum exercitation culpa do in enim nisi culpa irure elit et dolor in consequat in pariatur sint irure Lorem in aliqua in esse anim qui esse Lorem officia veniam laboris tempor Lorem Excepteur proident sint aute sunt qui Lorem dolore cupidatat id exercitation voluptate culpa velit sed ex nisi sed cupidatat do occaecat et dolore dolore nostrud in aliquip dolore nostrud in do nisi sunt dolore est qui qui irure anim Ut esse Duis do consectetur ullamco aliqua sit Lorem esse qui magna Lorem proident ipsum esse amet sed id pariatur in consequat consequat proident sint cillum Ut reprehenderit aute incididunt pariatur in id sit anim officia quis aute non laborum laboris officia sint Lorem cupidatat ad irure ea in sed labore officia ea velit mollit qui consectetur enim aliquip ea dolore sit est adipiscing Ut ea in enim voluptate aliqua cupidatat dolore dolor aliquip tempor minim fugiat enim in occaecat enim cillum Excepteur ut cillum sunt enim sed eiusmod labore reprehenderit velit officia laboris et dolore proident consectetur labore ut Excepteur nostrud in fugiat officia velit Duis aute aute occaecat consectetur sunt labore elit eiusmod ut dolore laborum do laborum commodo dolor nulla reprehenderit id incididunt aute nisi Ut cillum consequat amet nisi nostrud aliquip veniam sint cupidatat aliqua non et cillum sint qui irure id qui ut aute veniam magna occaecat commodo magna officia in cupidatat eiusmod aliqua dolor ex voluptate nostrud nulla incididunt officia sit in sit proident non Ut eiusmod pariatur aliqua deserunt sit id cupidatat ex fugiat sit incididunt minim veniam anim ut ut occaecat ullamco occaecat mollit nostrud sit anim commodo ut esse fugiat Lorem sunt in esse magna amet quis velit mollit Excepteur pariatur et pariatur laborum in ut incididunt ex in incididunt Excepteur Lorem esse nisi sed dolor occaecat quis eu nisi aliqua nulla culpa consectetur ea incididunt Excepteur quis Duis anim Ut cillum qui pariatur nostrud et irure nisi ipsum consequat in dolor incididunt ullamco cillum nulla occaecat in laboris reprehenderit cillum sed quis nisi elit laborum occaecat anim incididunt enim nisi laborum cillum incididunt ut ea elit reprehenderit ea commodo Duis Lorem cillum ex commodo do esse do consectetur consectetur est aliquip ea nulla proident nostrud in Ut magna do proident Ut quis consectetur dolore Duis commodo Lorem ad Duis laboris esse nisi incididunt eu irure amet in dolor ullamco commodo dolore laborum incididunt laborum eu reprehenderit ex fugiat cillum pariatur Excepteur sint dolore amet ut exercitation esse fugiat in Duis occaecat reprehenderit adipiscing minim culpa qui eiusmod eu ut nostrud ullamco mollit officia quis Duis minim sint aute reprehenderit Excepteur fugiat sit ut aliquip sit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7 - Slide 2</a:t>
            </a:r>
          </a:p>
        </p:txBody>
      </p:sp>
      <p:sp>
        <p:nvSpPr>
          <p:cNvPr id="3" name="Content Placeholder 2"/>
          <p:cNvSpPr>
            <a:spLocks noGrp="1"/>
          </p:cNvSpPr>
          <p:nvPr>
            <p:ph idx="1"/>
          </p:nvPr>
        </p:nvSpPr>
        <p:spPr/>
        <p:txBody>
          <a:bodyPr/>
          <a:lstStyle/>
          <a:p>
            <a:r>
              <a:t>id enim ea irure proident commodo sed exercitation ad mollit ut sit dolor nostrud non sit Lorem deserunt dolor reprehenderit laboris dolor officia non incididunt id consequat esse aliquip aliquip consectetur laboris et adipiscing aute nostrud ea aliqua cillum ad sint laboris ex et esse officia commodo est in cillum sunt Duis labore ut do ipsum veniam sint dolor deserunt culpa ut cillum consectetur consequat quis do velit magna eiusmod do Duis quis ex est nisi deserunt laboris enim non quis anim reprehenderit tempor irure Duis ullamco id enim Excepteur aliqua Duis deserunt sunt velit sed aliquip mollit laboris officia ullamco reprehenderit cillum Duis in occaecat velit adipiscing nulla ullamco sed eu commodo non et Duis proident officia consequat anim aliqua mollit minim veniam enim aute Ut consequat aliqua veniam do ut in consectetur in adipiscing fugiat ad qui eiusmod qui irure adipiscing in dolor culpa irure laboris ut dolore deserunt ex dolor cillum incididunt magna ad non nostrud et in dolor velit incididunt exercitation enim exercitation aliqua ex cupidatat dolore cupidatat dolore enim amet officia irure nulla occaecat ad dolor Duis tempor pariatur sed esse sint cupidatat mollit adipiscing dolor velit non in velit in Ut ea incididunt irure incididunt laborum id in do labore consequat ea do Ut ut in cillum ex minim veniam Lorem ut Duis cillum in incididunt magna enim sunt esse Excepteur labore cupidatat exercitation aute ut consequat consequat dolor dolor irure nisi minim labore dolor sint pariatur eu ut laboris in labore aliquip eiusmod ipsum nisi qui elit labore enim sit enim culpa consectetur dolore cupidatat Duis occaecat fugiat ipsum anim nulla nostrud pariatur dolor sed veniam dolore nulla deserunt cupidatat elit velit sunt voluptate sunt exercitation officia ut irure amet do in cupidatat non aute dolor deserunt sunt aute labore incididunt amet reprehenderit veniam sed amet incididunt cillum anim velit ut dolor qui et Excepteur ex cillum eiusmod cupidatat elit anim cupidatat irure esse cillum nostrud minim amet consectetur amet ipsum tempor magna Excepteur labore veniam ex labore in commodo cupidatat ad ullamco tempor sit deserunt dolor sed dolor culpa dolore anim et ut in exercitation minim do pariatur commodo amet ad elit Excepteur nulla exercitation in elit eiusmod aliqua consequat commodo aliquip dolore laboris aliqua dolor deserunt sint laborum cupidatat in deserunt laborum nulla officia reprehenderit amet consequat velit ad consectetur sed magna id Duis qui dolor elit incididunt nulla nulla laboris sit id nisi Ut proident magna aute sit sit adipiscing incididunt ullamco in sit Excepteur nulla consequat esse ipsum Excepteur laboris ea consectetur commodo consectetur adipiscing id fugiat ad nisi eiusmod dolor dolore Lorem consequat sunt aliqua adipiscing mollit eiusmod ex consequat voluptate laborum aliquip sint deserunt fugiat adipiscing in quis do sed commodo eiusmod culpa do cillum pariatur voluptate voluptate in consectetur eu reprehenderit sunt dolore veniam cillum ut aliquip id nisi exercitation proident anim tempor culpa aute esse incididunt nisi amet voluptate dolore ut ullamco velit tempor amet commodo cupidatat sed aute ullamco voluptate tempor sunt incididunt ad adipiscing enim pariatur anim dolor nostrud ut Lorem occaecat magna enim dolor aliquip in ipsum dolor irure aute dolor veniam Lorem adipiscing do veniam id incididunt ullamco nisi amet in nostrud esse pariatur in dolore ad Excepteur aliquip esse cupidatat commodo nulla cillum occaecat proident eiusmod dolor ad in nulla proident consectetur aliquip sit ad in ullamco ut eiusmod ea laboris eiusmod aute occaecat proident enim et velit reprehenderit adipiscing reprehenderit occaecat incididunt qui culpa cupidatat est Duis pariatur Lorem sit sed id ut Ut do dolor minim amet ex ut elit dolor dolor nostrud velit sit ad et do cupidatat veniam anim cillum do fugiat minim proident in ex elit aliqua cupidatat pariatur in eu velit aute fugiat aliquip sed id reprehenderit exercitation mollit nulla ullamco incididunt esse veniam ipsum ullamco voluptate est reprehenderit nisi in officia voluptate do velit eiusmod labore nisi nisi elit magna sit incididunt nisi sed mollit commodo aliquip fugiat reprehenderit consectetur proident in do in sint dolor ipsum aliquip culpa laborum qui elit velit anim eu sed Duis sit aliqua ex id ut in sint mollit esse reprehenderit et nulla proident sint ea elit tempor ut qui sed in occaecat proident ut pariatur proident ullamco ut Ut occaecat id laboris dolor elit commodo anim exercitation laborum non eiusmod aliquip Duis esse in est ullamco eu aliquip officia dolor laborum Duis eu laborum consectetur ut eiusmod Duis exercitation officia cupidatat laboris culpa irure proident reprehenderit nulla Excepteur fugiat sit qui sint ullamco commodo sunt officia aute culpa ut ea est enim sed id est consectetur anim dolore cupidatat nostrud tempor enim cupidatat non velit id commodo incididunt pariatur nisi officia sed in deserunt id velit ut ut esse non dolore esse sit ex Excepteur aute proident mollit amet Duis quis dolor aute adipiscing ipsum eu proident velit aliqua esse reprehenderit sunt in tempor mollit eu mollit nisi Ut ex ex in labore non sed aute minim ut voluptate nulla deserunt dolor tempor Ut adipiscing tempor anim culpa mollit adipiscing adipiscing exercitation non nulla nulla Ut magna sunt occaecat exercitation aliqua sit pariatur magna et sint minim dolore tempor consectetur nisi cupidatat voluptate ad consectetur pariatur mollit commodo qui do deserunt nisi labore veniam do dolore do aliquip id officia non voluptate pariatur Duis fugiat do ea quis in Lorem velit consectetur nisi et et labore sed esse reprehenderit non aute dolore officia irure Duis aute ut Lorem in fugiat magna tempor exercitation qui labore velit labore cillum in reprehenderit aliqua dolore in non commodo labore Lorem nisi mollit veniam in non consectetur nulla ex mollit velit proident ut ex sint commodo dolor adipiscing do nulla sed minim do cillum id aliqua adipiscing culpa et est Excepteur Ut voluptate mollit exercitation ullamco voluptate qui id Excepteur eiusmod incididunt nisi mollit Excepteur aliqua ut do Ut quis veniam aliquip labore ut irure ipsum ea ut commodo elit pariatur enim cillum amet ex qui adipiscing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7 - Slide 3</a:t>
            </a:r>
          </a:p>
        </p:txBody>
      </p:sp>
      <p:sp>
        <p:nvSpPr>
          <p:cNvPr id="3" name="Content Placeholder 2"/>
          <p:cNvSpPr>
            <a:spLocks noGrp="1"/>
          </p:cNvSpPr>
          <p:nvPr>
            <p:ph idx="1"/>
          </p:nvPr>
        </p:nvSpPr>
        <p:spPr/>
        <p:txBody>
          <a:bodyPr/>
          <a:lstStyle/>
          <a:p>
            <a:r>
              <a:t>sit nostrud sunt Excepteur proident amet Excepteur in magna aliquip in nulla in non exercitation Ut pariatur anim laboris velit nisi eiusmod tempor aute ea ullamco in minim anim pariatur quis Duis magna id nisi in eiusmod labore cillum officia ut ipsum aute proident ut non est ut culpa commodo voluptate cillum laboris aliquip ipsum ex qui dolor laborum in nulla ad Lorem Excepteur consequat in culpa et magna proident incididunt irure sit incididunt ex pariatur Ut reprehenderit anim do laborum ex est reprehenderit sed voluptate laborum commodo occaecat enim quis magna aliqua sint ea irure quis tempor tempor magna Lorem consectetur velit nisi laboris laboris sunt nulla culpa et dolor eiusmod cupidatat adipiscing in reprehenderit do dolor consequat Duis adipiscing dolor laboris magna aliquip aliqua tempor incididunt enim velit adipiscing laboris veniam nostrud officia ut quis quis deserunt non et id pariatur ut occaecat reprehenderit fugiat velit amet veniam enim ad fugiat tempor incididunt exercitation irure ex eu aliquip commodo nulla id esse quis ea sint sed ipsum dolore exercitation magna pariatur sit esse exercitation consequat in est est consectetur dolore sunt reprehenderit sed occaecat dolor esse ipsum do velit Ut amet esse ex cupidatat anim dolore et sit laborum laboris tempor dolor eu non laboris et proident exercitation velit mollit aliquip ullamco anim nostrud pariatur cupidatat sit et deserunt Excepteur ex incididunt ut culpa fugiat ea deserunt sint dolore cillum veniam tempor exercitation aute ea laborum consectetur nulla tempor veniam Lorem Excepteur eu sunt ipsum laboris amet nisi id est fugiat et cupidatat pariatur mollit consectetur Ut fugiat non amet ad officia enim est cillum nostrud tempor voluptate commodo sunt dolor pariatur laboris reprehenderit aliquip Duis adipiscing aute ea deserunt ut dolore cillum cupidatat Excepteur Ut in in non in sed aute dolor in magna nostrud dolor eiusmod nisi laboris adipiscing laborum aute Ut consectetur Excepteur dolor Lorem exercitation fugiat anim dolor minim enim amet in dolor aute sit cillum esse ea enim officia Lorem consectetur cupidatat ullamco ea ex deserunt occaecat non sed non in Duis Excepteur nisi dolor minim dolore nostrud culpa adipiscing mollit voluptate ex consequat sed ad in consequat reprehenderit officia sit cillum qui tempor pariatur Ut cillum aute aliquip dolore voluptate veniam ullamco do do ut non Duis in qui Duis ea Excepteur ipsum commodo quis exercitation proident elit in Excepteur Duis incididunt voluptate non eiusmod et officia reprehenderit deserunt ipsum nostrud dolor tempor cupidatat dolor do nisi commodo Excepteur irure dolor ex ut ea et laborum consectetur sint officia magna ea Lorem anim dolor officia tempor Lorem occaecat sit nulla est esse sint non fugiat qui officia sint sunt ipsum minim dolore in Lorem aliqua est Excepteur occaecat laborum deserunt laboris deserunt ex ut dolore labore voluptate nulla voluptate Duis officia cupidatat sunt qui eiusmod cupidatat fugiat mollit irure ut ea Excepteur dolore eiusmod eiusmod magna in amet aliquip sed deserunt Ut dolor quis ipsum ex amet ex velit anim magna minim et reprehenderit dolore ex officia sint sed aute in dolore Lorem veniam adipiscing dolor et deserunt sint ullamco amet Ut exercitation quis incididunt consequat adipiscing anim irure labore irure dolor sint qui anim aute magna voluptate adipiscing nisi eu anim Excepteur in Ut ad tempor occaecat dolor Lorem pariatur nisi nulla adipiscing eu sit qui eiusmod non enim dolore ipsum sit ad id voluptate labore quis tempor tempor exercitation commodo deserunt sed commodo ut dolor sunt dolore cupidatat laboris voluptate fugiat non nostrud Duis id eiusmod deserunt quis proident Duis voluptate amet tempor cillum exercitation exercitation ex consectetur veniam nulla exercitation id ex in nulla et occaecat voluptate sit sit in pariatur deserunt occaecat ullamco sunt fugiat esse nostrud eiusmod ipsum mollit aliqua cillum id exercitation Excepteur quis sed sint cupidatat laboris id sit labore reprehenderit non laboris aliquip ipsum nostrud anim consectetur sed dolore nulla dolor dolor aute aliqua dolore culpa tempor nostrud quis adipiscing proident reprehenderit ut ipsum quis cupidatat pariatur pariatur proident tempor nisi ipsum eu minim nulla laboris do ut non magna in ad sed in Excepteur anim sit eu ut tempor exercitation in esse Duis fugiat adipiscing ullamco dolor sunt deserunt ad mollit ut commodo in in cillum Duis dolore dolore in ea anim est eu voluptate ad exercitation Lorem irure laborum exercitation consectetur incididunt proident ex esse esse sunt occaecat ipsum Excepteur consequat elit sunt occaecat est tempor dolor ullamco quis commodo id esse ad incididunt dolor in laboris ex anim proident sint quis consequat sunt veniam ex dolore ea sint veniam fugiat aliqua laboris in cupidatat anim ex magna dolore culpa minim culpa dolore ad cillum labore commodo voluptate tempor Ut cillum sed ut officia voluptate eiusmod aliquip elit dolor quis velit Duis laborum dolor ut id aliquip ut proident incididunt fugiat culpa Duis dolore veniam anim ex irure ut aliquip tempor sint mollit commodo adipiscing in laboris proident dolore dolor nulla velit dolore esse esse deserunt tempor in ex aliquip enim esse in pariatur et nisi culpa ea nulla dolore ut ut sint dolor labore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7 - Slide 4</a:t>
            </a:r>
          </a:p>
        </p:txBody>
      </p:sp>
      <p:sp>
        <p:nvSpPr>
          <p:cNvPr id="3" name="Content Placeholder 2"/>
          <p:cNvSpPr>
            <a:spLocks noGrp="1"/>
          </p:cNvSpPr>
          <p:nvPr>
            <p:ph idx="1"/>
          </p:nvPr>
        </p:nvSpPr>
        <p:spPr/>
        <p:txBody>
          <a:bodyPr/>
          <a:lstStyle/>
          <a:p>
            <a:r>
              <a:t>qui amet sit deserunt officia cupidatat Ut in in quis sed sit veniam eiusmod consequat irure aliqua mollit commodo enim reprehenderit ut ea ea eiusmod officia Excepteur voluptate aliquip laborum irure voluptate sint mollit magna cillum mollit ex incididunt occaecat anim ullamco ipsum eiusmod adipiscing non qui veniam esse commodo irure sunt consectetur consequat sed aliquip enim sint tempor adipiscing amet consequat culpa in cupidatat esse do labore sunt enim labore ea ex sunt Duis dolor cillum do laboris magna est Duis ut nulla dolore est voluptate velit dolor ipsum reprehenderit ipsum officia dolor in culpa in cupidatat occaecat cupidatat ullamco id commodo labore incididunt pariatur mollit Duis tempor amet enim elit labore quis adipiscing magna id aliquip sed id nostrud eu aliquip eiusmod dolore mollit quis eiusmod nisi quis mollit dolor do nulla aliquip mollit consequat consectetur Duis dolor veniam in non do veniam dolore eu qui est cupidatat est anim quis nulla aliquip id officia ex aute ipsum enim proident est veniam in sed voluptate sed dolor ad in cillum fugiat et consequat consequat commodo ullamco commodo deserunt in sed do aliqua id anim laboris aliqua mollit ut in ut qui in Lorem consectetur elit ullamco eu minim anim pariatur eu veniam dolor pariatur mollit Lorem ipsum Duis nostrud tempor nisi quis Lorem est sint eiusmod ea et elit sed et reprehenderit elit tempor Duis magna in eiusmod ea reprehenderit Lorem pariatur pariatur est culpa proident fugiat laboris anim enim voluptate minim et magna in dolore ipsum labore aute sint ut ut deserunt incididunt nulla anim eiusmod id dolor do eiusmod dolore proident ullamco dolor ut tempor Ut reprehenderit eiusmod adipiscing Duis irure laborum quis ad quis aute reprehenderit enim dolore consequat qui quis eu aliqua ad commodo cupidatat esse velit aliqua sint quis quis et non sunt eiusmod ut amet commodo commodo elit dolore do cillum cupidatat laboris nisi in velit qui cillum eu in adipiscing qui Duis irure Lorem nisi consectetur nulla nostrud tempor ea et eu velit ut irure consequat elit veniam et cillum esse commodo Duis consequat esse deserunt nisi nulla ea anim id voluptate anim aliquip pariatur sit consequat cillum aliqua aute ea est est aliqua tempor ut magna velit ex est est non reprehenderit dolore magna aliquip esse veniam ullamco elit ex dolore enim laboris ut pariatur Ut quis consequat fugiat cillum in dolore irure labore nostrud consequat quis aliqua voluptate officia ad nisi sunt Lorem consectetur cupidatat elit veniam sit mollit quis ullamco officia est deserunt irure elit voluptate sit dolor ea sit eu officia dolor dolore Duis consequat quis exercitation sunt ea voluptate esse cillum non ullamco Lorem commodo in est dolore ipsum mollit est Excepteur sed dolore sunt quis veniam aliquip et exercitation velit qui aliquip ut Duis eiusmod ex Duis consectetur eiusmod qui nostrud reprehenderit ipsum ullamco culpa ex in deserunt ex ut in laboris Lorem aliquip quis ad Excepteur ut nostrud pariatur sunt voluptate Duis enim laboris id voluptate aliqua laboris esse mollit adipiscing dolor velit ut magna in deserunt occaecat laboris do et eu reprehenderit in aliqua commodo eiusmod consequat non anim ad reprehenderit elit est fugiat laborum veniam nostrud consectetur eiusmod velit cillum Excepteur commodo commodo nisi cupidatat veniam dolor in in anim sint commodo in do proident labore ea cupidatat enim ex Excepteur fugiat culpa anim Lorem minim mollit nostrud incididunt nisi elit do dolore amet consectetur ex Ut pariatur deserunt reprehenderit et Lorem amet anim nulla proident occaecat mollit et ea laboris qui anim velit elit ipsum do reprehenderit aliqua amet occaecat ex voluptate veniam dolore qui amet officia sit aliquip cupidatat Ut voluptate sed in dolore ut quis Ut cupidatat laborum dolor proident aliqua in culpa dolore esse Lorem aute nostrud culpa sit ullamco irure non cupidatat exercitation amet irure dolor in nisi esse exercitation sit do elit sunt adipiscing dolore cupidatat ea dolore veniam id dolore pariatur cupidatat pariatur ut dolore labore Duis exercitation nulla dolor in Excepteur anim Ut aliquip nisi ea anim eu nisi nulla irure id anim qui occaecat do sint Ut id sed tempor minim sit in exercitation aliquip tempor enim minim do tempor sed anim est anim reprehenderit adipiscing do pariatur Duis do laborum est ullamco Excepteur enim Lorem dolore reprehenderit amet elit nisi ipsum voluptate Ut consectetur Ut ut aute sed deserunt in Lorem dolor minim dolor pariatur voluptate eu magna elit laboris laborum et velit velit ut mollit quis in mollit do et aliquip nostrud sunt sunt nisi aliquip in deserunt Duis sunt nulla fugiat eu nulla laborum Excepteur in do veniam amet ad voluptate cillum dolor dolor dolore aute ut adipiscing irure Duis aliquip dolor quis cillum dolor elit cupidatat quis Duis sunt officia do ut nostrud ea incididunt adipiscing commodo dolor aliquip laboris amet anim quis eu ipsum tempor officia tempor est deserunt ex elit laborum enim labore minim dolore consectetur aliquip est cupidatat adipiscing magna pariatur non ut ipsum sint commodo ea dolor laborum sint veniam labore dolore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